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57" r:id="rId3"/>
    <p:sldId id="258" r:id="rId4"/>
    <p:sldId id="259" r:id="rId5"/>
    <p:sldId id="260" r:id="rId6"/>
    <p:sldId id="262" r:id="rId7"/>
    <p:sldId id="264" r:id="rId8"/>
    <p:sldId id="263" r:id="rId9"/>
    <p:sldId id="261" r:id="rId1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FEE1"/>
    <a:srgbClr val="F3F9F5"/>
    <a:srgbClr val="133D24"/>
    <a:srgbClr val="226C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207982-FCF3-4B3C-A54E-605FD04D8554}" v="14" dt="2026-05-21T02:40:32.0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169" autoAdjust="0"/>
  </p:normalViewPr>
  <p:slideViewPr>
    <p:cSldViewPr snapToGrid="0">
      <p:cViewPr varScale="1">
        <p:scale>
          <a:sx n="86" d="100"/>
          <a:sy n="86" d="100"/>
        </p:scale>
        <p:origin x="533" y="-19"/>
      </p:cViewPr>
      <p:guideLst/>
    </p:cSldViewPr>
  </p:slideViewPr>
  <p:notesTextViewPr>
    <p:cViewPr>
      <p:scale>
        <a:sx n="3" d="2"/>
        <a:sy n="3" d="2"/>
      </p:scale>
      <p:origin x="0" y="0"/>
    </p:cViewPr>
  </p:notesTextViewPr>
  <p:notesViewPr>
    <p:cSldViewPr snapToGrid="0">
      <p:cViewPr varScale="1">
        <p:scale>
          <a:sx n="72" d="100"/>
          <a:sy n="72" d="100"/>
        </p:scale>
        <p:origin x="3010"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dro Bodega" userId="3bba64922e12e504" providerId="LiveId" clId="{93207982-FCF3-4B3C-A54E-605FD04D8554}"/>
    <pc:docChg chg="undo redo custSel addSld delSld modSld sldOrd">
      <pc:chgData name="Pedro Bodega" userId="3bba64922e12e504" providerId="LiveId" clId="{93207982-FCF3-4B3C-A54E-605FD04D8554}" dt="2026-05-21T02:41:46.300" v="556" actId="20577"/>
      <pc:docMkLst>
        <pc:docMk/>
      </pc:docMkLst>
      <pc:sldChg chg="addSp modSp mod">
        <pc:chgData name="Pedro Bodega" userId="3bba64922e12e504" providerId="LiveId" clId="{93207982-FCF3-4B3C-A54E-605FD04D8554}" dt="2026-05-21T02:29:48.715" v="288" actId="20577"/>
        <pc:sldMkLst>
          <pc:docMk/>
          <pc:sldMk cId="0" sldId="257"/>
        </pc:sldMkLst>
        <pc:spChg chg="mod">
          <ac:chgData name="Pedro Bodega" userId="3bba64922e12e504" providerId="LiveId" clId="{93207982-FCF3-4B3C-A54E-605FD04D8554}" dt="2026-05-21T02:29:48.715" v="288" actId="20577"/>
          <ac:spMkLst>
            <pc:docMk/>
            <pc:sldMk cId="0" sldId="257"/>
            <ac:spMk id="2" creationId="{00000000-0000-0000-0000-000000000000}"/>
          </ac:spMkLst>
        </pc:spChg>
        <pc:spChg chg="add mod">
          <ac:chgData name="Pedro Bodega" userId="3bba64922e12e504" providerId="LiveId" clId="{93207982-FCF3-4B3C-A54E-605FD04D8554}" dt="2026-05-21T01:45:44.149" v="107"/>
          <ac:spMkLst>
            <pc:docMk/>
            <pc:sldMk cId="0" sldId="257"/>
            <ac:spMk id="3" creationId="{D2B126B7-FA7C-6BF1-E174-93D79231F7BA}"/>
          </ac:spMkLst>
        </pc:spChg>
      </pc:sldChg>
      <pc:sldChg chg="addSp delSp modSp mod">
        <pc:chgData name="Pedro Bodega" userId="3bba64922e12e504" providerId="LiveId" clId="{93207982-FCF3-4B3C-A54E-605FD04D8554}" dt="2026-05-21T02:41:46.300" v="556" actId="20577"/>
        <pc:sldMkLst>
          <pc:docMk/>
          <pc:sldMk cId="0" sldId="258"/>
        </pc:sldMkLst>
        <pc:spChg chg="mod">
          <ac:chgData name="Pedro Bodega" userId="3bba64922e12e504" providerId="LiveId" clId="{93207982-FCF3-4B3C-A54E-605FD04D8554}" dt="2026-05-21T01:42:24.301" v="47" actId="1076"/>
          <ac:spMkLst>
            <pc:docMk/>
            <pc:sldMk cId="0" sldId="258"/>
            <ac:spMk id="2" creationId="{00000000-0000-0000-0000-000000000000}"/>
          </ac:spMkLst>
        </pc:spChg>
        <pc:spChg chg="del">
          <ac:chgData name="Pedro Bodega" userId="3bba64922e12e504" providerId="LiveId" clId="{93207982-FCF3-4B3C-A54E-605FD04D8554}" dt="2026-05-21T01:42:17.105" v="43" actId="478"/>
          <ac:spMkLst>
            <pc:docMk/>
            <pc:sldMk cId="0" sldId="258"/>
            <ac:spMk id="3" creationId="{00000000-0000-0000-0000-000000000000}"/>
          </ac:spMkLst>
        </pc:spChg>
        <pc:spChg chg="add del mod">
          <ac:chgData name="Pedro Bodega" userId="3bba64922e12e504" providerId="LiveId" clId="{93207982-FCF3-4B3C-A54E-605FD04D8554}" dt="2026-05-21T02:40:48.275" v="487" actId="478"/>
          <ac:spMkLst>
            <pc:docMk/>
            <pc:sldMk cId="0" sldId="258"/>
            <ac:spMk id="3" creationId="{CA175BEE-C1D2-CA53-9C5A-55012890C1FF}"/>
          </ac:spMkLst>
        </pc:spChg>
        <pc:spChg chg="mod">
          <ac:chgData name="Pedro Bodega" userId="3bba64922e12e504" providerId="LiveId" clId="{93207982-FCF3-4B3C-A54E-605FD04D8554}" dt="2026-05-21T01:43:44.457" v="86" actId="1076"/>
          <ac:spMkLst>
            <pc:docMk/>
            <pc:sldMk cId="0" sldId="258"/>
            <ac:spMk id="4" creationId="{00000000-0000-0000-0000-000000000000}"/>
          </ac:spMkLst>
        </pc:spChg>
        <pc:spChg chg="mod">
          <ac:chgData name="Pedro Bodega" userId="3bba64922e12e504" providerId="LiveId" clId="{93207982-FCF3-4B3C-A54E-605FD04D8554}" dt="2026-05-21T02:40:45.489" v="486" actId="207"/>
          <ac:spMkLst>
            <pc:docMk/>
            <pc:sldMk cId="0" sldId="258"/>
            <ac:spMk id="5" creationId="{00000000-0000-0000-0000-000000000000}"/>
          </ac:spMkLst>
        </pc:spChg>
        <pc:spChg chg="mod">
          <ac:chgData name="Pedro Bodega" userId="3bba64922e12e504" providerId="LiveId" clId="{93207982-FCF3-4B3C-A54E-605FD04D8554}" dt="2026-05-21T02:41:18.464" v="491" actId="20577"/>
          <ac:spMkLst>
            <pc:docMk/>
            <pc:sldMk cId="0" sldId="258"/>
            <ac:spMk id="6" creationId="{00000000-0000-0000-0000-000000000000}"/>
          </ac:spMkLst>
        </pc:spChg>
        <pc:spChg chg="mod">
          <ac:chgData name="Pedro Bodega" userId="3bba64922e12e504" providerId="LiveId" clId="{93207982-FCF3-4B3C-A54E-605FD04D8554}" dt="2026-05-21T01:44:17.217" v="97" actId="1076"/>
          <ac:spMkLst>
            <pc:docMk/>
            <pc:sldMk cId="0" sldId="258"/>
            <ac:spMk id="7" creationId="{00000000-0000-0000-0000-000000000000}"/>
          </ac:spMkLst>
        </pc:spChg>
        <pc:spChg chg="mod">
          <ac:chgData name="Pedro Bodega" userId="3bba64922e12e504" providerId="LiveId" clId="{93207982-FCF3-4B3C-A54E-605FD04D8554}" dt="2026-05-21T01:44:04.280" v="94" actId="14100"/>
          <ac:spMkLst>
            <pc:docMk/>
            <pc:sldMk cId="0" sldId="258"/>
            <ac:spMk id="8" creationId="{00000000-0000-0000-0000-000000000000}"/>
          </ac:spMkLst>
        </pc:spChg>
        <pc:spChg chg="mod">
          <ac:chgData name="Pedro Bodega" userId="3bba64922e12e504" providerId="LiveId" clId="{93207982-FCF3-4B3C-A54E-605FD04D8554}" dt="2026-05-21T02:40:41.886" v="485" actId="207"/>
          <ac:spMkLst>
            <pc:docMk/>
            <pc:sldMk cId="0" sldId="258"/>
            <ac:spMk id="9" creationId="{00000000-0000-0000-0000-000000000000}"/>
          </ac:spMkLst>
        </pc:spChg>
        <pc:spChg chg="mod">
          <ac:chgData name="Pedro Bodega" userId="3bba64922e12e504" providerId="LiveId" clId="{93207982-FCF3-4B3C-A54E-605FD04D8554}" dt="2026-05-21T02:41:46.300" v="556" actId="20577"/>
          <ac:spMkLst>
            <pc:docMk/>
            <pc:sldMk cId="0" sldId="258"/>
            <ac:spMk id="10" creationId="{00000000-0000-0000-0000-000000000000}"/>
          </ac:spMkLst>
        </pc:spChg>
        <pc:spChg chg="mod">
          <ac:chgData name="Pedro Bodega" userId="3bba64922e12e504" providerId="LiveId" clId="{93207982-FCF3-4B3C-A54E-605FD04D8554}" dt="2026-05-21T01:43:34.311" v="83" actId="403"/>
          <ac:spMkLst>
            <pc:docMk/>
            <pc:sldMk cId="0" sldId="258"/>
            <ac:spMk id="11" creationId="{00000000-0000-0000-0000-000000000000}"/>
          </ac:spMkLst>
        </pc:spChg>
        <pc:spChg chg="mod">
          <ac:chgData name="Pedro Bodega" userId="3bba64922e12e504" providerId="LiveId" clId="{93207982-FCF3-4B3C-A54E-605FD04D8554}" dt="2026-05-21T01:44:01.719" v="93" actId="14100"/>
          <ac:spMkLst>
            <pc:docMk/>
            <pc:sldMk cId="0" sldId="258"/>
            <ac:spMk id="12" creationId="{00000000-0000-0000-0000-000000000000}"/>
          </ac:spMkLst>
        </pc:spChg>
        <pc:spChg chg="mod">
          <ac:chgData name="Pedro Bodega" userId="3bba64922e12e504" providerId="LiveId" clId="{93207982-FCF3-4B3C-A54E-605FD04D8554}" dt="2026-05-21T02:40:45.489" v="486" actId="207"/>
          <ac:spMkLst>
            <pc:docMk/>
            <pc:sldMk cId="0" sldId="258"/>
            <ac:spMk id="13" creationId="{00000000-0000-0000-0000-000000000000}"/>
          </ac:spMkLst>
        </pc:spChg>
        <pc:spChg chg="del mod">
          <ac:chgData name="Pedro Bodega" userId="3bba64922e12e504" providerId="LiveId" clId="{93207982-FCF3-4B3C-A54E-605FD04D8554}" dt="2026-05-21T01:43:53.780" v="91"/>
          <ac:spMkLst>
            <pc:docMk/>
            <pc:sldMk cId="0" sldId="258"/>
            <ac:spMk id="14" creationId="{00000000-0000-0000-0000-000000000000}"/>
          </ac:spMkLst>
        </pc:spChg>
        <pc:spChg chg="mod">
          <ac:chgData name="Pedro Bodega" userId="3bba64922e12e504" providerId="LiveId" clId="{93207982-FCF3-4B3C-A54E-605FD04D8554}" dt="2026-05-21T01:43:51.338" v="88" actId="1076"/>
          <ac:spMkLst>
            <pc:docMk/>
            <pc:sldMk cId="0" sldId="258"/>
            <ac:spMk id="15" creationId="{00000000-0000-0000-0000-000000000000}"/>
          </ac:spMkLst>
        </pc:spChg>
        <pc:spChg chg="del">
          <ac:chgData name="Pedro Bodega" userId="3bba64922e12e504" providerId="LiveId" clId="{93207982-FCF3-4B3C-A54E-605FD04D8554}" dt="2026-05-21T01:43:53.770" v="89" actId="478"/>
          <ac:spMkLst>
            <pc:docMk/>
            <pc:sldMk cId="0" sldId="258"/>
            <ac:spMk id="16" creationId="{00000000-0000-0000-0000-000000000000}"/>
          </ac:spMkLst>
        </pc:spChg>
        <pc:spChg chg="add mod">
          <ac:chgData name="Pedro Bodega" userId="3bba64922e12e504" providerId="LiveId" clId="{93207982-FCF3-4B3C-A54E-605FD04D8554}" dt="2026-05-21T01:43:09.421" v="75" actId="1076"/>
          <ac:spMkLst>
            <pc:docMk/>
            <pc:sldMk cId="0" sldId="258"/>
            <ac:spMk id="19" creationId="{66D7AD56-E905-B1F8-2C0F-FC04EB29E9E3}"/>
          </ac:spMkLst>
        </pc:spChg>
        <pc:spChg chg="add mod">
          <ac:chgData name="Pedro Bodega" userId="3bba64922e12e504" providerId="LiveId" clId="{93207982-FCF3-4B3C-A54E-605FD04D8554}" dt="2026-05-21T01:45:43.310" v="106"/>
          <ac:spMkLst>
            <pc:docMk/>
            <pc:sldMk cId="0" sldId="258"/>
            <ac:spMk id="20" creationId="{4B374C2D-1F68-3F5E-F709-68A8E982CDFC}"/>
          </ac:spMkLst>
        </pc:spChg>
      </pc:sldChg>
      <pc:sldChg chg="addSp delSp modSp mod modNotesTx">
        <pc:chgData name="Pedro Bodega" userId="3bba64922e12e504" providerId="LiveId" clId="{93207982-FCF3-4B3C-A54E-605FD04D8554}" dt="2026-05-21T02:39:22.321" v="479" actId="207"/>
        <pc:sldMkLst>
          <pc:docMk/>
          <pc:sldMk cId="0" sldId="259"/>
        </pc:sldMkLst>
        <pc:spChg chg="mod">
          <ac:chgData name="Pedro Bodega" userId="3bba64922e12e504" providerId="LiveId" clId="{93207982-FCF3-4B3C-A54E-605FD04D8554}" dt="2026-05-21T01:45:52.545" v="109" actId="403"/>
          <ac:spMkLst>
            <pc:docMk/>
            <pc:sldMk cId="0" sldId="259"/>
            <ac:spMk id="2" creationId="{00000000-0000-0000-0000-000000000000}"/>
          </ac:spMkLst>
        </pc:spChg>
        <pc:spChg chg="del">
          <ac:chgData name="Pedro Bodega" userId="3bba64922e12e504" providerId="LiveId" clId="{93207982-FCF3-4B3C-A54E-605FD04D8554}" dt="2026-05-21T01:45:55.181" v="110" actId="478"/>
          <ac:spMkLst>
            <pc:docMk/>
            <pc:sldMk cId="0" sldId="259"/>
            <ac:spMk id="3" creationId="{00000000-0000-0000-0000-000000000000}"/>
          </ac:spMkLst>
        </pc:spChg>
        <pc:spChg chg="del">
          <ac:chgData name="Pedro Bodega" userId="3bba64922e12e504" providerId="LiveId" clId="{93207982-FCF3-4B3C-A54E-605FD04D8554}" dt="2026-05-21T01:45:57.821" v="111" actId="478"/>
          <ac:spMkLst>
            <pc:docMk/>
            <pc:sldMk cId="0" sldId="259"/>
            <ac:spMk id="4" creationId="{00000000-0000-0000-0000-000000000000}"/>
          </ac:spMkLst>
        </pc:spChg>
        <pc:spChg chg="del">
          <ac:chgData name="Pedro Bodega" userId="3bba64922e12e504" providerId="LiveId" clId="{93207982-FCF3-4B3C-A54E-605FD04D8554}" dt="2026-05-21T01:45:57.821" v="111" actId="478"/>
          <ac:spMkLst>
            <pc:docMk/>
            <pc:sldMk cId="0" sldId="259"/>
            <ac:spMk id="5" creationId="{00000000-0000-0000-0000-000000000000}"/>
          </ac:spMkLst>
        </pc:spChg>
        <pc:spChg chg="del">
          <ac:chgData name="Pedro Bodega" userId="3bba64922e12e504" providerId="LiveId" clId="{93207982-FCF3-4B3C-A54E-605FD04D8554}" dt="2026-05-21T01:45:57.821" v="111" actId="478"/>
          <ac:spMkLst>
            <pc:docMk/>
            <pc:sldMk cId="0" sldId="259"/>
            <ac:spMk id="7" creationId="{00000000-0000-0000-0000-000000000000}"/>
          </ac:spMkLst>
        </pc:spChg>
        <pc:spChg chg="del">
          <ac:chgData name="Pedro Bodega" userId="3bba64922e12e504" providerId="LiveId" clId="{93207982-FCF3-4B3C-A54E-605FD04D8554}" dt="2026-05-21T01:45:57.821" v="111" actId="478"/>
          <ac:spMkLst>
            <pc:docMk/>
            <pc:sldMk cId="0" sldId="259"/>
            <ac:spMk id="9" creationId="{00000000-0000-0000-0000-000000000000}"/>
          </ac:spMkLst>
        </pc:spChg>
        <pc:spChg chg="del">
          <ac:chgData name="Pedro Bodega" userId="3bba64922e12e504" providerId="LiveId" clId="{93207982-FCF3-4B3C-A54E-605FD04D8554}" dt="2026-05-21T01:45:57.821" v="111" actId="478"/>
          <ac:spMkLst>
            <pc:docMk/>
            <pc:sldMk cId="0" sldId="259"/>
            <ac:spMk id="10" creationId="{00000000-0000-0000-0000-000000000000}"/>
          </ac:spMkLst>
        </pc:spChg>
        <pc:spChg chg="del">
          <ac:chgData name="Pedro Bodega" userId="3bba64922e12e504" providerId="LiveId" clId="{93207982-FCF3-4B3C-A54E-605FD04D8554}" dt="2026-05-21T01:45:59.690" v="112" actId="478"/>
          <ac:spMkLst>
            <pc:docMk/>
            <pc:sldMk cId="0" sldId="259"/>
            <ac:spMk id="12" creationId="{00000000-0000-0000-0000-000000000000}"/>
          </ac:spMkLst>
        </pc:spChg>
        <pc:spChg chg="mod">
          <ac:chgData name="Pedro Bodega" userId="3bba64922e12e504" providerId="LiveId" clId="{93207982-FCF3-4B3C-A54E-605FD04D8554}" dt="2026-05-21T02:39:22.321" v="479" actId="207"/>
          <ac:spMkLst>
            <pc:docMk/>
            <pc:sldMk cId="0" sldId="259"/>
            <ac:spMk id="13" creationId="{00000000-0000-0000-0000-000000000000}"/>
          </ac:spMkLst>
        </pc:spChg>
        <pc:spChg chg="mod">
          <ac:chgData name="Pedro Bodega" userId="3bba64922e12e504" providerId="LiveId" clId="{93207982-FCF3-4B3C-A54E-605FD04D8554}" dt="2026-05-21T02:31:31.500" v="359" actId="403"/>
          <ac:spMkLst>
            <pc:docMk/>
            <pc:sldMk cId="0" sldId="259"/>
            <ac:spMk id="14" creationId="{00000000-0000-0000-0000-000000000000}"/>
          </ac:spMkLst>
        </pc:spChg>
        <pc:spChg chg="mod">
          <ac:chgData name="Pedro Bodega" userId="3bba64922e12e504" providerId="LiveId" clId="{93207982-FCF3-4B3C-A54E-605FD04D8554}" dt="2026-05-21T02:31:31.500" v="359" actId="403"/>
          <ac:spMkLst>
            <pc:docMk/>
            <pc:sldMk cId="0" sldId="259"/>
            <ac:spMk id="15" creationId="{00000000-0000-0000-0000-000000000000}"/>
          </ac:spMkLst>
        </pc:spChg>
        <pc:spChg chg="mod">
          <ac:chgData name="Pedro Bodega" userId="3bba64922e12e504" providerId="LiveId" clId="{93207982-FCF3-4B3C-A54E-605FD04D8554}" dt="2026-05-21T02:31:31.500" v="359" actId="403"/>
          <ac:spMkLst>
            <pc:docMk/>
            <pc:sldMk cId="0" sldId="259"/>
            <ac:spMk id="16" creationId="{00000000-0000-0000-0000-000000000000}"/>
          </ac:spMkLst>
        </pc:spChg>
        <pc:spChg chg="mod">
          <ac:chgData name="Pedro Bodega" userId="3bba64922e12e504" providerId="LiveId" clId="{93207982-FCF3-4B3C-A54E-605FD04D8554}" dt="2026-05-21T02:31:41.173" v="368" actId="403"/>
          <ac:spMkLst>
            <pc:docMk/>
            <pc:sldMk cId="0" sldId="259"/>
            <ac:spMk id="20" creationId="{00000000-0000-0000-0000-000000000000}"/>
          </ac:spMkLst>
        </pc:spChg>
        <pc:spChg chg="mod">
          <ac:chgData name="Pedro Bodega" userId="3bba64922e12e504" providerId="LiveId" clId="{93207982-FCF3-4B3C-A54E-605FD04D8554}" dt="2026-05-21T02:31:47.226" v="378" actId="403"/>
          <ac:spMkLst>
            <pc:docMk/>
            <pc:sldMk cId="0" sldId="259"/>
            <ac:spMk id="22" creationId="{00000000-0000-0000-0000-000000000000}"/>
          </ac:spMkLst>
        </pc:spChg>
        <pc:spChg chg="mod">
          <ac:chgData name="Pedro Bodega" userId="3bba64922e12e504" providerId="LiveId" clId="{93207982-FCF3-4B3C-A54E-605FD04D8554}" dt="2026-05-21T02:32:02.364" v="383" actId="403"/>
          <ac:spMkLst>
            <pc:docMk/>
            <pc:sldMk cId="0" sldId="259"/>
            <ac:spMk id="24" creationId="{00000000-0000-0000-0000-000000000000}"/>
          </ac:spMkLst>
        </pc:spChg>
        <pc:spChg chg="del">
          <ac:chgData name="Pedro Bodega" userId="3bba64922e12e504" providerId="LiveId" clId="{93207982-FCF3-4B3C-A54E-605FD04D8554}" dt="2026-05-21T01:58:18.207" v="146" actId="478"/>
          <ac:spMkLst>
            <pc:docMk/>
            <pc:sldMk cId="0" sldId="259"/>
            <ac:spMk id="25" creationId="{00000000-0000-0000-0000-000000000000}"/>
          </ac:spMkLst>
        </pc:spChg>
        <pc:spChg chg="add mod">
          <ac:chgData name="Pedro Bodega" userId="3bba64922e12e504" providerId="LiveId" clId="{93207982-FCF3-4B3C-A54E-605FD04D8554}" dt="2026-05-21T01:45:42.196" v="105"/>
          <ac:spMkLst>
            <pc:docMk/>
            <pc:sldMk cId="0" sldId="259"/>
            <ac:spMk id="27" creationId="{24EDD7F2-0CC2-CCB5-C5DA-AE77F2B85954}"/>
          </ac:spMkLst>
        </pc:spChg>
        <pc:spChg chg="mod">
          <ac:chgData name="Pedro Bodega" userId="3bba64922e12e504" providerId="LiveId" clId="{93207982-FCF3-4B3C-A54E-605FD04D8554}" dt="2026-05-21T02:32:18.531" v="386" actId="14100"/>
          <ac:spMkLst>
            <pc:docMk/>
            <pc:sldMk cId="0" sldId="259"/>
            <ac:spMk id="28" creationId="{00000000-0000-0000-0000-000000000000}"/>
          </ac:spMkLst>
        </pc:spChg>
        <pc:spChg chg="mod">
          <ac:chgData name="Pedro Bodega" userId="3bba64922e12e504" providerId="LiveId" clId="{93207982-FCF3-4B3C-A54E-605FD04D8554}" dt="2026-05-21T02:32:18.531" v="386" actId="14100"/>
          <ac:spMkLst>
            <pc:docMk/>
            <pc:sldMk cId="0" sldId="259"/>
            <ac:spMk id="30" creationId="{00000000-0000-0000-0000-000000000000}"/>
          </ac:spMkLst>
        </pc:spChg>
        <pc:spChg chg="mod">
          <ac:chgData name="Pedro Bodega" userId="3bba64922e12e504" providerId="LiveId" clId="{93207982-FCF3-4B3C-A54E-605FD04D8554}" dt="2026-05-21T02:32:18.531" v="386" actId="14100"/>
          <ac:spMkLst>
            <pc:docMk/>
            <pc:sldMk cId="0" sldId="259"/>
            <ac:spMk id="32" creationId="{00000000-0000-0000-0000-000000000000}"/>
          </ac:spMkLst>
        </pc:spChg>
        <pc:spChg chg="mod">
          <ac:chgData name="Pedro Bodega" userId="3bba64922e12e504" providerId="LiveId" clId="{93207982-FCF3-4B3C-A54E-605FD04D8554}" dt="2026-05-21T02:32:18.531" v="386" actId="14100"/>
          <ac:spMkLst>
            <pc:docMk/>
            <pc:sldMk cId="0" sldId="259"/>
            <ac:spMk id="34" creationId="{00000000-0000-0000-0000-000000000000}"/>
          </ac:spMkLst>
        </pc:spChg>
        <pc:spChg chg="del">
          <ac:chgData name="Pedro Bodega" userId="3bba64922e12e504" providerId="LiveId" clId="{93207982-FCF3-4B3C-A54E-605FD04D8554}" dt="2026-05-21T01:57:08.037" v="130" actId="478"/>
          <ac:spMkLst>
            <pc:docMk/>
            <pc:sldMk cId="0" sldId="259"/>
            <ac:spMk id="36" creationId="{00000000-0000-0000-0000-000000000000}"/>
          </ac:spMkLst>
        </pc:spChg>
        <pc:cxnChg chg="del">
          <ac:chgData name="Pedro Bodega" userId="3bba64922e12e504" providerId="LiveId" clId="{93207982-FCF3-4B3C-A54E-605FD04D8554}" dt="2026-05-21T01:45:57.821" v="111" actId="478"/>
          <ac:cxnSpMkLst>
            <pc:docMk/>
            <pc:sldMk cId="0" sldId="259"/>
            <ac:cxnSpMk id="6" creationId="{00000000-0000-0000-0000-000000000000}"/>
          </ac:cxnSpMkLst>
        </pc:cxnChg>
        <pc:cxnChg chg="del">
          <ac:chgData name="Pedro Bodega" userId="3bba64922e12e504" providerId="LiveId" clId="{93207982-FCF3-4B3C-A54E-605FD04D8554}" dt="2026-05-21T01:45:57.821" v="111" actId="478"/>
          <ac:cxnSpMkLst>
            <pc:docMk/>
            <pc:sldMk cId="0" sldId="259"/>
            <ac:cxnSpMk id="8" creationId="{00000000-0000-0000-0000-000000000000}"/>
          </ac:cxnSpMkLst>
        </pc:cxnChg>
        <pc:cxnChg chg="del">
          <ac:chgData name="Pedro Bodega" userId="3bba64922e12e504" providerId="LiveId" clId="{93207982-FCF3-4B3C-A54E-605FD04D8554}" dt="2026-05-21T01:45:57.821" v="111" actId="478"/>
          <ac:cxnSpMkLst>
            <pc:docMk/>
            <pc:sldMk cId="0" sldId="259"/>
            <ac:cxnSpMk id="11" creationId="{00000000-0000-0000-0000-000000000000}"/>
          </ac:cxnSpMkLst>
        </pc:cxnChg>
        <pc:cxnChg chg="mod">
          <ac:chgData name="Pedro Bodega" userId="3bba64922e12e504" providerId="LiveId" clId="{93207982-FCF3-4B3C-A54E-605FD04D8554}" dt="2026-05-21T01:46:26.135" v="116" actId="1076"/>
          <ac:cxnSpMkLst>
            <pc:docMk/>
            <pc:sldMk cId="0" sldId="259"/>
            <ac:cxnSpMk id="17" creationId="{00000000-0000-0000-0000-000000000000}"/>
          </ac:cxnSpMkLst>
        </pc:cxnChg>
        <pc:cxnChg chg="mod">
          <ac:chgData name="Pedro Bodega" userId="3bba64922e12e504" providerId="LiveId" clId="{93207982-FCF3-4B3C-A54E-605FD04D8554}" dt="2026-05-21T01:46:26.135" v="116" actId="1076"/>
          <ac:cxnSpMkLst>
            <pc:docMk/>
            <pc:sldMk cId="0" sldId="259"/>
            <ac:cxnSpMk id="18" creationId="{00000000-0000-0000-0000-000000000000}"/>
          </ac:cxnSpMkLst>
        </pc:cxnChg>
        <pc:cxnChg chg="mod">
          <ac:chgData name="Pedro Bodega" userId="3bba64922e12e504" providerId="LiveId" clId="{93207982-FCF3-4B3C-A54E-605FD04D8554}" dt="2026-05-21T01:46:26.135" v="116" actId="1076"/>
          <ac:cxnSpMkLst>
            <pc:docMk/>
            <pc:sldMk cId="0" sldId="259"/>
            <ac:cxnSpMk id="19" creationId="{00000000-0000-0000-0000-000000000000}"/>
          </ac:cxnSpMkLst>
        </pc:cxnChg>
        <pc:cxnChg chg="mod">
          <ac:chgData name="Pedro Bodega" userId="3bba64922e12e504" providerId="LiveId" clId="{93207982-FCF3-4B3C-A54E-605FD04D8554}" dt="2026-05-21T01:46:26.135" v="116" actId="1076"/>
          <ac:cxnSpMkLst>
            <pc:docMk/>
            <pc:sldMk cId="0" sldId="259"/>
            <ac:cxnSpMk id="21" creationId="{00000000-0000-0000-0000-000000000000}"/>
          </ac:cxnSpMkLst>
        </pc:cxnChg>
        <pc:cxnChg chg="mod">
          <ac:chgData name="Pedro Bodega" userId="3bba64922e12e504" providerId="LiveId" clId="{93207982-FCF3-4B3C-A54E-605FD04D8554}" dt="2026-05-21T01:46:26.135" v="116" actId="1076"/>
          <ac:cxnSpMkLst>
            <pc:docMk/>
            <pc:sldMk cId="0" sldId="259"/>
            <ac:cxnSpMk id="23" creationId="{00000000-0000-0000-0000-000000000000}"/>
          </ac:cxnSpMkLst>
        </pc:cxnChg>
        <pc:cxnChg chg="mod">
          <ac:chgData name="Pedro Bodega" userId="3bba64922e12e504" providerId="LiveId" clId="{93207982-FCF3-4B3C-A54E-605FD04D8554}" dt="2026-05-21T02:32:18.531" v="386" actId="14100"/>
          <ac:cxnSpMkLst>
            <pc:docMk/>
            <pc:sldMk cId="0" sldId="259"/>
            <ac:cxnSpMk id="29" creationId="{00000000-0000-0000-0000-000000000000}"/>
          </ac:cxnSpMkLst>
        </pc:cxnChg>
        <pc:cxnChg chg="mod">
          <ac:chgData name="Pedro Bodega" userId="3bba64922e12e504" providerId="LiveId" clId="{93207982-FCF3-4B3C-A54E-605FD04D8554}" dt="2026-05-21T02:32:18.531" v="386" actId="14100"/>
          <ac:cxnSpMkLst>
            <pc:docMk/>
            <pc:sldMk cId="0" sldId="259"/>
            <ac:cxnSpMk id="31" creationId="{00000000-0000-0000-0000-000000000000}"/>
          </ac:cxnSpMkLst>
        </pc:cxnChg>
        <pc:cxnChg chg="mod">
          <ac:chgData name="Pedro Bodega" userId="3bba64922e12e504" providerId="LiveId" clId="{93207982-FCF3-4B3C-A54E-605FD04D8554}" dt="2026-05-21T02:32:18.531" v="386" actId="14100"/>
          <ac:cxnSpMkLst>
            <pc:docMk/>
            <pc:sldMk cId="0" sldId="259"/>
            <ac:cxnSpMk id="33" creationId="{00000000-0000-0000-0000-000000000000}"/>
          </ac:cxnSpMkLst>
        </pc:cxnChg>
        <pc:cxnChg chg="mod">
          <ac:chgData name="Pedro Bodega" userId="3bba64922e12e504" providerId="LiveId" clId="{93207982-FCF3-4B3C-A54E-605FD04D8554}" dt="2026-05-21T02:32:18.531" v="386" actId="14100"/>
          <ac:cxnSpMkLst>
            <pc:docMk/>
            <pc:sldMk cId="0" sldId="259"/>
            <ac:cxnSpMk id="35" creationId="{00000000-0000-0000-0000-000000000000}"/>
          </ac:cxnSpMkLst>
        </pc:cxnChg>
        <pc:cxnChg chg="del">
          <ac:chgData name="Pedro Bodega" userId="3bba64922e12e504" providerId="LiveId" clId="{93207982-FCF3-4B3C-A54E-605FD04D8554}" dt="2026-05-21T01:57:08.770" v="131" actId="478"/>
          <ac:cxnSpMkLst>
            <pc:docMk/>
            <pc:sldMk cId="0" sldId="259"/>
            <ac:cxnSpMk id="37" creationId="{00000000-0000-0000-0000-000000000000}"/>
          </ac:cxnSpMkLst>
        </pc:cxnChg>
      </pc:sldChg>
      <pc:sldChg chg="addSp delSp modSp mod">
        <pc:chgData name="Pedro Bodega" userId="3bba64922e12e504" providerId="LiveId" clId="{93207982-FCF3-4B3C-A54E-605FD04D8554}" dt="2026-05-21T02:36:16.184" v="459" actId="1076"/>
        <pc:sldMkLst>
          <pc:docMk/>
          <pc:sldMk cId="0" sldId="260"/>
        </pc:sldMkLst>
        <pc:spChg chg="mod">
          <ac:chgData name="Pedro Bodega" userId="3bba64922e12e504" providerId="LiveId" clId="{93207982-FCF3-4B3C-A54E-605FD04D8554}" dt="2026-05-21T01:48:43.472" v="122" actId="1076"/>
          <ac:spMkLst>
            <pc:docMk/>
            <pc:sldMk cId="0" sldId="260"/>
            <ac:spMk id="2" creationId="{00000000-0000-0000-0000-000000000000}"/>
          </ac:spMkLst>
        </pc:spChg>
        <pc:spChg chg="del">
          <ac:chgData name="Pedro Bodega" userId="3bba64922e12e504" providerId="LiveId" clId="{93207982-FCF3-4B3C-A54E-605FD04D8554}" dt="2026-05-21T01:48:45.090" v="123" actId="478"/>
          <ac:spMkLst>
            <pc:docMk/>
            <pc:sldMk cId="0" sldId="260"/>
            <ac:spMk id="3" creationId="{00000000-0000-0000-0000-000000000000}"/>
          </ac:spMkLst>
        </pc:spChg>
        <pc:spChg chg="del">
          <ac:chgData name="Pedro Bodega" userId="3bba64922e12e504" providerId="LiveId" clId="{93207982-FCF3-4B3C-A54E-605FD04D8554}" dt="2026-05-21T01:48:48.254" v="124" actId="478"/>
          <ac:spMkLst>
            <pc:docMk/>
            <pc:sldMk cId="0" sldId="260"/>
            <ac:spMk id="5" creationId="{00000000-0000-0000-0000-000000000000}"/>
          </ac:spMkLst>
        </pc:spChg>
        <pc:spChg chg="del">
          <ac:chgData name="Pedro Bodega" userId="3bba64922e12e504" providerId="LiveId" clId="{93207982-FCF3-4B3C-A54E-605FD04D8554}" dt="2026-05-21T01:58:20.817" v="147" actId="478"/>
          <ac:spMkLst>
            <pc:docMk/>
            <pc:sldMk cId="0" sldId="260"/>
            <ac:spMk id="6" creationId="{00000000-0000-0000-0000-000000000000}"/>
          </ac:spMkLst>
        </pc:spChg>
        <pc:spChg chg="add mod">
          <ac:chgData name="Pedro Bodega" userId="3bba64922e12e504" providerId="LiveId" clId="{93207982-FCF3-4B3C-A54E-605FD04D8554}" dt="2026-05-21T01:45:40.631" v="104"/>
          <ac:spMkLst>
            <pc:docMk/>
            <pc:sldMk cId="0" sldId="260"/>
            <ac:spMk id="8" creationId="{52D7F48C-E086-8EC5-2E9A-F453B98EAEB4}"/>
          </ac:spMkLst>
        </pc:spChg>
        <pc:picChg chg="mod">
          <ac:chgData name="Pedro Bodega" userId="3bba64922e12e504" providerId="LiveId" clId="{93207982-FCF3-4B3C-A54E-605FD04D8554}" dt="2026-05-21T01:44:22.787" v="98" actId="1076"/>
          <ac:picMkLst>
            <pc:docMk/>
            <pc:sldMk cId="0" sldId="260"/>
            <ac:picMk id="4" creationId="{00000000-0000-0000-0000-000000000000}"/>
          </ac:picMkLst>
        </pc:picChg>
        <pc:picChg chg="mod">
          <ac:chgData name="Pedro Bodega" userId="3bba64922e12e504" providerId="LiveId" clId="{93207982-FCF3-4B3C-A54E-605FD04D8554}" dt="2026-05-21T02:36:16.184" v="459" actId="1076"/>
          <ac:picMkLst>
            <pc:docMk/>
            <pc:sldMk cId="0" sldId="260"/>
            <ac:picMk id="9" creationId="{00000000-0000-0000-0000-000000000000}"/>
          </ac:picMkLst>
        </pc:picChg>
      </pc:sldChg>
      <pc:sldChg chg="addSp delSp modSp mod ord modShow">
        <pc:chgData name="Pedro Bodega" userId="3bba64922e12e504" providerId="LiveId" clId="{93207982-FCF3-4B3C-A54E-605FD04D8554}" dt="2026-05-21T02:31:18.009" v="354" actId="1076"/>
        <pc:sldMkLst>
          <pc:docMk/>
          <pc:sldMk cId="0" sldId="261"/>
        </pc:sldMkLst>
        <pc:spChg chg="mod">
          <ac:chgData name="Pedro Bodega" userId="3bba64922e12e504" providerId="LiveId" clId="{93207982-FCF3-4B3C-A54E-605FD04D8554}" dt="2026-05-21T02:31:18.009" v="354" actId="1076"/>
          <ac:spMkLst>
            <pc:docMk/>
            <pc:sldMk cId="0" sldId="261"/>
            <ac:spMk id="2" creationId="{00000000-0000-0000-0000-000000000000}"/>
          </ac:spMkLst>
        </pc:spChg>
        <pc:spChg chg="del mod">
          <ac:chgData name="Pedro Bodega" userId="3bba64922e12e504" providerId="LiveId" clId="{93207982-FCF3-4B3C-A54E-605FD04D8554}" dt="2026-05-21T01:39:07.232" v="15" actId="478"/>
          <ac:spMkLst>
            <pc:docMk/>
            <pc:sldMk cId="0" sldId="261"/>
            <ac:spMk id="3" creationId="{00000000-0000-0000-0000-000000000000}"/>
          </ac:spMkLst>
        </pc:spChg>
        <pc:spChg chg="del mod">
          <ac:chgData name="Pedro Bodega" userId="3bba64922e12e504" providerId="LiveId" clId="{93207982-FCF3-4B3C-A54E-605FD04D8554}" dt="2026-05-21T01:38:41.548" v="12" actId="478"/>
          <ac:spMkLst>
            <pc:docMk/>
            <pc:sldMk cId="0" sldId="261"/>
            <ac:spMk id="19" creationId="{00000000-0000-0000-0000-000000000000}"/>
          </ac:spMkLst>
        </pc:spChg>
        <pc:spChg chg="del">
          <ac:chgData name="Pedro Bodega" userId="3bba64922e12e504" providerId="LiveId" clId="{93207982-FCF3-4B3C-A54E-605FD04D8554}" dt="2026-05-21T01:58:22.961" v="148" actId="478"/>
          <ac:spMkLst>
            <pc:docMk/>
            <pc:sldMk cId="0" sldId="261"/>
            <ac:spMk id="20" creationId="{00000000-0000-0000-0000-000000000000}"/>
          </ac:spMkLst>
        </pc:spChg>
        <pc:spChg chg="add mod">
          <ac:chgData name="Pedro Bodega" userId="3bba64922e12e504" providerId="LiveId" clId="{93207982-FCF3-4B3C-A54E-605FD04D8554}" dt="2026-05-21T01:45:39.805" v="103"/>
          <ac:spMkLst>
            <pc:docMk/>
            <pc:sldMk cId="0" sldId="261"/>
            <ac:spMk id="22" creationId="{ED180D3B-A99C-E444-FCD8-B361A7AE4ABB}"/>
          </ac:spMkLst>
        </pc:spChg>
        <pc:picChg chg="mod">
          <ac:chgData name="Pedro Bodega" userId="3bba64922e12e504" providerId="LiveId" clId="{93207982-FCF3-4B3C-A54E-605FD04D8554}" dt="2026-05-21T01:39:03.465" v="13" actId="1076"/>
          <ac:picMkLst>
            <pc:docMk/>
            <pc:sldMk cId="0" sldId="261"/>
            <ac:picMk id="4" creationId="{00000000-0000-0000-0000-000000000000}"/>
          </ac:picMkLst>
        </pc:picChg>
      </pc:sldChg>
      <pc:sldChg chg="addSp delSp modSp mod">
        <pc:chgData name="Pedro Bodega" userId="3bba64922e12e504" providerId="LiveId" clId="{93207982-FCF3-4B3C-A54E-605FD04D8554}" dt="2026-05-21T02:34:26.721" v="435" actId="20577"/>
        <pc:sldMkLst>
          <pc:docMk/>
          <pc:sldMk cId="0" sldId="262"/>
        </pc:sldMkLst>
        <pc:spChg chg="mod">
          <ac:chgData name="Pedro Bodega" userId="3bba64922e12e504" providerId="LiveId" clId="{93207982-FCF3-4B3C-A54E-605FD04D8554}" dt="2026-05-21T02:34:26.721" v="435" actId="20577"/>
          <ac:spMkLst>
            <pc:docMk/>
            <pc:sldMk cId="0" sldId="262"/>
            <ac:spMk id="2" creationId="{00000000-0000-0000-0000-000000000000}"/>
          </ac:spMkLst>
        </pc:spChg>
        <pc:spChg chg="del">
          <ac:chgData name="Pedro Bodega" userId="3bba64922e12e504" providerId="LiveId" clId="{93207982-FCF3-4B3C-A54E-605FD04D8554}" dt="2026-05-21T01:48:58.114" v="126" actId="478"/>
          <ac:spMkLst>
            <pc:docMk/>
            <pc:sldMk cId="0" sldId="262"/>
            <ac:spMk id="3" creationId="{00000000-0000-0000-0000-000000000000}"/>
          </ac:spMkLst>
        </pc:spChg>
        <pc:spChg chg="add del mod">
          <ac:chgData name="Pedro Bodega" userId="3bba64922e12e504" providerId="LiveId" clId="{93207982-FCF3-4B3C-A54E-605FD04D8554}" dt="2026-05-21T02:10:39.239" v="168" actId="478"/>
          <ac:spMkLst>
            <pc:docMk/>
            <pc:sldMk cId="0" sldId="262"/>
            <ac:spMk id="3" creationId="{DBC9102D-928A-694D-78CA-28FD91CEE249}"/>
          </ac:spMkLst>
        </pc:spChg>
        <pc:spChg chg="mod">
          <ac:chgData name="Pedro Bodega" userId="3bba64922e12e504" providerId="LiveId" clId="{93207982-FCF3-4B3C-A54E-605FD04D8554}" dt="2026-05-21T02:33:27.172" v="393" actId="403"/>
          <ac:spMkLst>
            <pc:docMk/>
            <pc:sldMk cId="0" sldId="262"/>
            <ac:spMk id="4" creationId="{00000000-0000-0000-0000-000000000000}"/>
          </ac:spMkLst>
        </pc:spChg>
        <pc:spChg chg="mod">
          <ac:chgData name="Pedro Bodega" userId="3bba64922e12e504" providerId="LiveId" clId="{93207982-FCF3-4B3C-A54E-605FD04D8554}" dt="2026-05-21T02:33:08.527" v="388" actId="403"/>
          <ac:spMkLst>
            <pc:docMk/>
            <pc:sldMk cId="0" sldId="262"/>
            <ac:spMk id="6" creationId="{00000000-0000-0000-0000-000000000000}"/>
          </ac:spMkLst>
        </pc:spChg>
        <pc:spChg chg="mod">
          <ac:chgData name="Pedro Bodega" userId="3bba64922e12e504" providerId="LiveId" clId="{93207982-FCF3-4B3C-A54E-605FD04D8554}" dt="2026-05-21T02:33:23.582" v="391" actId="403"/>
          <ac:spMkLst>
            <pc:docMk/>
            <pc:sldMk cId="0" sldId="262"/>
            <ac:spMk id="7" creationId="{00000000-0000-0000-0000-000000000000}"/>
          </ac:spMkLst>
        </pc:spChg>
        <pc:spChg chg="mod">
          <ac:chgData name="Pedro Bodega" userId="3bba64922e12e504" providerId="LiveId" clId="{93207982-FCF3-4B3C-A54E-605FD04D8554}" dt="2026-05-21T02:33:08.527" v="388" actId="403"/>
          <ac:spMkLst>
            <pc:docMk/>
            <pc:sldMk cId="0" sldId="262"/>
            <ac:spMk id="9" creationId="{00000000-0000-0000-0000-000000000000}"/>
          </ac:spMkLst>
        </pc:spChg>
        <pc:spChg chg="mod">
          <ac:chgData name="Pedro Bodega" userId="3bba64922e12e504" providerId="LiveId" clId="{93207982-FCF3-4B3C-A54E-605FD04D8554}" dt="2026-05-21T02:33:23.582" v="391" actId="403"/>
          <ac:spMkLst>
            <pc:docMk/>
            <pc:sldMk cId="0" sldId="262"/>
            <ac:spMk id="10" creationId="{00000000-0000-0000-0000-000000000000}"/>
          </ac:spMkLst>
        </pc:spChg>
        <pc:spChg chg="mod">
          <ac:chgData name="Pedro Bodega" userId="3bba64922e12e504" providerId="LiveId" clId="{93207982-FCF3-4B3C-A54E-605FD04D8554}" dt="2026-05-21T02:33:08.527" v="388" actId="403"/>
          <ac:spMkLst>
            <pc:docMk/>
            <pc:sldMk cId="0" sldId="262"/>
            <ac:spMk id="12" creationId="{00000000-0000-0000-0000-000000000000}"/>
          </ac:spMkLst>
        </pc:spChg>
        <pc:spChg chg="mod">
          <ac:chgData name="Pedro Bodega" userId="3bba64922e12e504" providerId="LiveId" clId="{93207982-FCF3-4B3C-A54E-605FD04D8554}" dt="2026-05-21T02:33:23.582" v="391" actId="403"/>
          <ac:spMkLst>
            <pc:docMk/>
            <pc:sldMk cId="0" sldId="262"/>
            <ac:spMk id="13" creationId="{00000000-0000-0000-0000-000000000000}"/>
          </ac:spMkLst>
        </pc:spChg>
        <pc:spChg chg="mod">
          <ac:chgData name="Pedro Bodega" userId="3bba64922e12e504" providerId="LiveId" clId="{93207982-FCF3-4B3C-A54E-605FD04D8554}" dt="2026-05-21T02:33:08.527" v="388" actId="403"/>
          <ac:spMkLst>
            <pc:docMk/>
            <pc:sldMk cId="0" sldId="262"/>
            <ac:spMk id="15" creationId="{00000000-0000-0000-0000-000000000000}"/>
          </ac:spMkLst>
        </pc:spChg>
        <pc:spChg chg="mod">
          <ac:chgData name="Pedro Bodega" userId="3bba64922e12e504" providerId="LiveId" clId="{93207982-FCF3-4B3C-A54E-605FD04D8554}" dt="2026-05-21T02:33:23.582" v="391" actId="403"/>
          <ac:spMkLst>
            <pc:docMk/>
            <pc:sldMk cId="0" sldId="262"/>
            <ac:spMk id="16" creationId="{00000000-0000-0000-0000-000000000000}"/>
          </ac:spMkLst>
        </pc:spChg>
        <pc:spChg chg="mod">
          <ac:chgData name="Pedro Bodega" userId="3bba64922e12e504" providerId="LiveId" clId="{93207982-FCF3-4B3C-A54E-605FD04D8554}" dt="2026-05-21T02:34:11.080" v="426" actId="404"/>
          <ac:spMkLst>
            <pc:docMk/>
            <pc:sldMk cId="0" sldId="262"/>
            <ac:spMk id="18" creationId="{00000000-0000-0000-0000-000000000000}"/>
          </ac:spMkLst>
        </pc:spChg>
        <pc:spChg chg="del">
          <ac:chgData name="Pedro Bodega" userId="3bba64922e12e504" providerId="LiveId" clId="{93207982-FCF3-4B3C-A54E-605FD04D8554}" dt="2026-05-21T02:10:55.242" v="173" actId="478"/>
          <ac:spMkLst>
            <pc:docMk/>
            <pc:sldMk cId="0" sldId="262"/>
            <ac:spMk id="19" creationId="{00000000-0000-0000-0000-000000000000}"/>
          </ac:spMkLst>
        </pc:spChg>
        <pc:spChg chg="mod">
          <ac:chgData name="Pedro Bodega" userId="3bba64922e12e504" providerId="LiveId" clId="{93207982-FCF3-4B3C-A54E-605FD04D8554}" dt="2026-05-21T02:33:33.977" v="396" actId="403"/>
          <ac:spMkLst>
            <pc:docMk/>
            <pc:sldMk cId="0" sldId="262"/>
            <ac:spMk id="20" creationId="{00000000-0000-0000-0000-000000000000}"/>
          </ac:spMkLst>
        </pc:spChg>
        <pc:spChg chg="del">
          <ac:chgData name="Pedro Bodega" userId="3bba64922e12e504" providerId="LiveId" clId="{93207982-FCF3-4B3C-A54E-605FD04D8554}" dt="2026-05-21T02:04:59.691" v="150" actId="478"/>
          <ac:spMkLst>
            <pc:docMk/>
            <pc:sldMk cId="0" sldId="262"/>
            <ac:spMk id="21" creationId="{00000000-0000-0000-0000-000000000000}"/>
          </ac:spMkLst>
        </pc:spChg>
        <pc:spChg chg="add mod">
          <ac:chgData name="Pedro Bodega" userId="3bba64922e12e504" providerId="LiveId" clId="{93207982-FCF3-4B3C-A54E-605FD04D8554}" dt="2026-05-21T02:33:42.233" v="399" actId="1076"/>
          <ac:spMkLst>
            <pc:docMk/>
            <pc:sldMk cId="0" sldId="262"/>
            <ac:spMk id="21" creationId="{A18740F5-75AC-29A6-5957-27BE8B9930D5}"/>
          </ac:spMkLst>
        </pc:spChg>
        <pc:spChg chg="del">
          <ac:chgData name="Pedro Bodega" userId="3bba64922e12e504" providerId="LiveId" clId="{93207982-FCF3-4B3C-A54E-605FD04D8554}" dt="2026-05-21T02:04:59.691" v="150" actId="478"/>
          <ac:spMkLst>
            <pc:docMk/>
            <pc:sldMk cId="0" sldId="262"/>
            <ac:spMk id="22" creationId="{00000000-0000-0000-0000-000000000000}"/>
          </ac:spMkLst>
        </pc:spChg>
        <pc:spChg chg="add mod">
          <ac:chgData name="Pedro Bodega" userId="3bba64922e12e504" providerId="LiveId" clId="{93207982-FCF3-4B3C-A54E-605FD04D8554}" dt="2026-05-21T02:33:39.736" v="398" actId="1076"/>
          <ac:spMkLst>
            <pc:docMk/>
            <pc:sldMk cId="0" sldId="262"/>
            <ac:spMk id="22" creationId="{770C0882-83C2-548F-2EC0-FBB62ADCFCC3}"/>
          </ac:spMkLst>
        </pc:spChg>
        <pc:spChg chg="mod">
          <ac:chgData name="Pedro Bodega" userId="3bba64922e12e504" providerId="LiveId" clId="{93207982-FCF3-4B3C-A54E-605FD04D8554}" dt="2026-05-21T02:33:23.582" v="391" actId="403"/>
          <ac:spMkLst>
            <pc:docMk/>
            <pc:sldMk cId="0" sldId="262"/>
            <ac:spMk id="24" creationId="{00000000-0000-0000-0000-000000000000}"/>
          </ac:spMkLst>
        </pc:spChg>
        <pc:spChg chg="mod">
          <ac:chgData name="Pedro Bodega" userId="3bba64922e12e504" providerId="LiveId" clId="{93207982-FCF3-4B3C-A54E-605FD04D8554}" dt="2026-05-21T02:33:08.527" v="388" actId="403"/>
          <ac:spMkLst>
            <pc:docMk/>
            <pc:sldMk cId="0" sldId="262"/>
            <ac:spMk id="25" creationId="{00000000-0000-0000-0000-000000000000}"/>
          </ac:spMkLst>
        </pc:spChg>
        <pc:spChg chg="mod">
          <ac:chgData name="Pedro Bodega" userId="3bba64922e12e504" providerId="LiveId" clId="{93207982-FCF3-4B3C-A54E-605FD04D8554}" dt="2026-05-21T02:33:23.582" v="391" actId="403"/>
          <ac:spMkLst>
            <pc:docMk/>
            <pc:sldMk cId="0" sldId="262"/>
            <ac:spMk id="26" creationId="{00000000-0000-0000-0000-000000000000}"/>
          </ac:spMkLst>
        </pc:spChg>
        <pc:spChg chg="mod">
          <ac:chgData name="Pedro Bodega" userId="3bba64922e12e504" providerId="LiveId" clId="{93207982-FCF3-4B3C-A54E-605FD04D8554}" dt="2026-05-21T02:33:08.527" v="388" actId="403"/>
          <ac:spMkLst>
            <pc:docMk/>
            <pc:sldMk cId="0" sldId="262"/>
            <ac:spMk id="27" creationId="{00000000-0000-0000-0000-000000000000}"/>
          </ac:spMkLst>
        </pc:spChg>
        <pc:spChg chg="mod">
          <ac:chgData name="Pedro Bodega" userId="3bba64922e12e504" providerId="LiveId" clId="{93207982-FCF3-4B3C-A54E-605FD04D8554}" dt="2026-05-21T02:33:23.582" v="391" actId="403"/>
          <ac:spMkLst>
            <pc:docMk/>
            <pc:sldMk cId="0" sldId="262"/>
            <ac:spMk id="28" creationId="{00000000-0000-0000-0000-000000000000}"/>
          </ac:spMkLst>
        </pc:spChg>
        <pc:spChg chg="mod">
          <ac:chgData name="Pedro Bodega" userId="3bba64922e12e504" providerId="LiveId" clId="{93207982-FCF3-4B3C-A54E-605FD04D8554}" dt="2026-05-21T02:33:08.527" v="388" actId="403"/>
          <ac:spMkLst>
            <pc:docMk/>
            <pc:sldMk cId="0" sldId="262"/>
            <ac:spMk id="29" creationId="{00000000-0000-0000-0000-000000000000}"/>
          </ac:spMkLst>
        </pc:spChg>
        <pc:spChg chg="mod">
          <ac:chgData name="Pedro Bodega" userId="3bba64922e12e504" providerId="LiveId" clId="{93207982-FCF3-4B3C-A54E-605FD04D8554}" dt="2026-05-21T02:33:23.582" v="391" actId="403"/>
          <ac:spMkLst>
            <pc:docMk/>
            <pc:sldMk cId="0" sldId="262"/>
            <ac:spMk id="30" creationId="{00000000-0000-0000-0000-000000000000}"/>
          </ac:spMkLst>
        </pc:spChg>
        <pc:spChg chg="del">
          <ac:chgData name="Pedro Bodega" userId="3bba64922e12e504" providerId="LiveId" clId="{93207982-FCF3-4B3C-A54E-605FD04D8554}" dt="2026-05-21T02:12:05.319" v="180" actId="478"/>
          <ac:spMkLst>
            <pc:docMk/>
            <pc:sldMk cId="0" sldId="262"/>
            <ac:spMk id="31" creationId="{00000000-0000-0000-0000-000000000000}"/>
          </ac:spMkLst>
        </pc:spChg>
        <pc:spChg chg="del mod">
          <ac:chgData name="Pedro Bodega" userId="3bba64922e12e504" providerId="LiveId" clId="{93207982-FCF3-4B3C-A54E-605FD04D8554}" dt="2026-05-21T02:12:05.319" v="180" actId="478"/>
          <ac:spMkLst>
            <pc:docMk/>
            <pc:sldMk cId="0" sldId="262"/>
            <ac:spMk id="32" creationId="{00000000-0000-0000-0000-000000000000}"/>
          </ac:spMkLst>
        </pc:spChg>
        <pc:spChg chg="del">
          <ac:chgData name="Pedro Bodega" userId="3bba64922e12e504" providerId="LiveId" clId="{93207982-FCF3-4B3C-A54E-605FD04D8554}" dt="2026-05-21T01:51:12.432" v="129" actId="478"/>
          <ac:spMkLst>
            <pc:docMk/>
            <pc:sldMk cId="0" sldId="262"/>
            <ac:spMk id="33" creationId="{00000000-0000-0000-0000-000000000000}"/>
          </ac:spMkLst>
        </pc:spChg>
        <pc:spChg chg="del">
          <ac:chgData name="Pedro Bodega" userId="3bba64922e12e504" providerId="LiveId" clId="{93207982-FCF3-4B3C-A54E-605FD04D8554}" dt="2026-05-21T01:58:24.687" v="149" actId="478"/>
          <ac:spMkLst>
            <pc:docMk/>
            <pc:sldMk cId="0" sldId="262"/>
            <ac:spMk id="34" creationId="{00000000-0000-0000-0000-000000000000}"/>
          </ac:spMkLst>
        </pc:spChg>
        <pc:spChg chg="add mod">
          <ac:chgData name="Pedro Bodega" userId="3bba64922e12e504" providerId="LiveId" clId="{93207982-FCF3-4B3C-A54E-605FD04D8554}" dt="2026-05-21T01:45:38.462" v="102"/>
          <ac:spMkLst>
            <pc:docMk/>
            <pc:sldMk cId="0" sldId="262"/>
            <ac:spMk id="36" creationId="{4F4783B6-E490-9E12-E5FD-7B547EE38CD7}"/>
          </ac:spMkLst>
        </pc:spChg>
        <pc:spChg chg="del">
          <ac:chgData name="Pedro Bodega" userId="3bba64922e12e504" providerId="LiveId" clId="{93207982-FCF3-4B3C-A54E-605FD04D8554}" dt="2026-05-21T02:05:00.483" v="151" actId="478"/>
          <ac:spMkLst>
            <pc:docMk/>
            <pc:sldMk cId="0" sldId="262"/>
            <ac:spMk id="41" creationId="{00000000-0000-0000-0000-000000000000}"/>
          </ac:spMkLst>
        </pc:spChg>
        <pc:spChg chg="del">
          <ac:chgData name="Pedro Bodega" userId="3bba64922e12e504" providerId="LiveId" clId="{93207982-FCF3-4B3C-A54E-605FD04D8554}" dt="2026-05-21T02:04:59.691" v="150" actId="478"/>
          <ac:spMkLst>
            <pc:docMk/>
            <pc:sldMk cId="0" sldId="262"/>
            <ac:spMk id="42" creationId="{00000000-0000-0000-0000-000000000000}"/>
          </ac:spMkLst>
        </pc:spChg>
        <pc:spChg chg="del">
          <ac:chgData name="Pedro Bodega" userId="3bba64922e12e504" providerId="LiveId" clId="{93207982-FCF3-4B3C-A54E-605FD04D8554}" dt="2026-05-21T02:04:59.691" v="150" actId="478"/>
          <ac:spMkLst>
            <pc:docMk/>
            <pc:sldMk cId="0" sldId="262"/>
            <ac:spMk id="43" creationId="{00000000-0000-0000-0000-000000000000}"/>
          </ac:spMkLst>
        </pc:spChg>
        <pc:spChg chg="del">
          <ac:chgData name="Pedro Bodega" userId="3bba64922e12e504" providerId="LiveId" clId="{93207982-FCF3-4B3C-A54E-605FD04D8554}" dt="2026-05-21T02:05:01.723" v="152" actId="478"/>
          <ac:spMkLst>
            <pc:docMk/>
            <pc:sldMk cId="0" sldId="262"/>
            <ac:spMk id="44" creationId="{00000000-0000-0000-0000-000000000000}"/>
          </ac:spMkLst>
        </pc:spChg>
        <pc:cxnChg chg="del">
          <ac:chgData name="Pedro Bodega" userId="3bba64922e12e504" providerId="LiveId" clId="{93207982-FCF3-4B3C-A54E-605FD04D8554}" dt="2026-05-21T02:11:15.762" v="178" actId="478"/>
          <ac:cxnSpMkLst>
            <pc:docMk/>
            <pc:sldMk cId="0" sldId="262"/>
            <ac:cxnSpMk id="23" creationId="{00000000-0000-0000-0000-000000000000}"/>
          </ac:cxnSpMkLst>
        </pc:cxnChg>
      </pc:sldChg>
      <pc:sldChg chg="modSp mod">
        <pc:chgData name="Pedro Bodega" userId="3bba64922e12e504" providerId="LiveId" clId="{93207982-FCF3-4B3C-A54E-605FD04D8554}" dt="2026-05-21T02:31:07.375" v="353" actId="20577"/>
        <pc:sldMkLst>
          <pc:docMk/>
          <pc:sldMk cId="0" sldId="263"/>
        </pc:sldMkLst>
        <pc:spChg chg="mod">
          <ac:chgData name="Pedro Bodega" userId="3bba64922e12e504" providerId="LiveId" clId="{93207982-FCF3-4B3C-A54E-605FD04D8554}" dt="2026-05-21T02:31:07.375" v="353" actId="20577"/>
          <ac:spMkLst>
            <pc:docMk/>
            <pc:sldMk cId="0" sldId="263"/>
            <ac:spMk id="2" creationId="{00000000-0000-0000-0000-000000000000}"/>
          </ac:spMkLst>
        </pc:spChg>
      </pc:sldChg>
      <pc:sldChg chg="addSp delSp modSp mod">
        <pc:chgData name="Pedro Bodega" userId="3bba64922e12e504" providerId="LiveId" clId="{93207982-FCF3-4B3C-A54E-605FD04D8554}" dt="2026-05-21T02:38:48.844" v="476" actId="14100"/>
        <pc:sldMkLst>
          <pc:docMk/>
          <pc:sldMk cId="0" sldId="264"/>
        </pc:sldMkLst>
        <pc:spChg chg="mod">
          <ac:chgData name="Pedro Bodega" userId="3bba64922e12e504" providerId="LiveId" clId="{93207982-FCF3-4B3C-A54E-605FD04D8554}" dt="2026-05-21T02:38:48.844" v="476" actId="14100"/>
          <ac:spMkLst>
            <pc:docMk/>
            <pc:sldMk cId="0" sldId="264"/>
            <ac:spMk id="2" creationId="{00000000-0000-0000-0000-000000000000}"/>
          </ac:spMkLst>
        </pc:spChg>
        <pc:spChg chg="del mod">
          <ac:chgData name="Pedro Bodega" userId="3bba64922e12e504" providerId="LiveId" clId="{93207982-FCF3-4B3C-A54E-605FD04D8554}" dt="2026-05-21T02:21:39.475" v="223" actId="478"/>
          <ac:spMkLst>
            <pc:docMk/>
            <pc:sldMk cId="0" sldId="264"/>
            <ac:spMk id="3" creationId="{00000000-0000-0000-0000-000000000000}"/>
          </ac:spMkLst>
        </pc:spChg>
        <pc:spChg chg="add mod">
          <ac:chgData name="Pedro Bodega" userId="3bba64922e12e504" providerId="LiveId" clId="{93207982-FCF3-4B3C-A54E-605FD04D8554}" dt="2026-05-21T02:28:59.607" v="230"/>
          <ac:spMkLst>
            <pc:docMk/>
            <pc:sldMk cId="0" sldId="264"/>
            <ac:spMk id="3" creationId="{858CDC0F-3AA9-CF9C-0EAB-8F685C0AA997}"/>
          </ac:spMkLst>
        </pc:spChg>
        <pc:spChg chg="mod">
          <ac:chgData name="Pedro Bodega" userId="3bba64922e12e504" providerId="LiveId" clId="{93207982-FCF3-4B3C-A54E-605FD04D8554}" dt="2026-05-21T02:21:46.927" v="224" actId="1076"/>
          <ac:spMkLst>
            <pc:docMk/>
            <pc:sldMk cId="0" sldId="264"/>
            <ac:spMk id="4" creationId="{00000000-0000-0000-0000-000000000000}"/>
          </ac:spMkLst>
        </pc:spChg>
        <pc:spChg chg="mod">
          <ac:chgData name="Pedro Bodega" userId="3bba64922e12e504" providerId="LiveId" clId="{93207982-FCF3-4B3C-A54E-605FD04D8554}" dt="2026-05-21T02:21:46.927" v="224" actId="1076"/>
          <ac:spMkLst>
            <pc:docMk/>
            <pc:sldMk cId="0" sldId="264"/>
            <ac:spMk id="5" creationId="{00000000-0000-0000-0000-000000000000}"/>
          </ac:spMkLst>
        </pc:spChg>
        <pc:spChg chg="mod">
          <ac:chgData name="Pedro Bodega" userId="3bba64922e12e504" providerId="LiveId" clId="{93207982-FCF3-4B3C-A54E-605FD04D8554}" dt="2026-05-21T02:21:46.927" v="224" actId="1076"/>
          <ac:spMkLst>
            <pc:docMk/>
            <pc:sldMk cId="0" sldId="264"/>
            <ac:spMk id="6" creationId="{00000000-0000-0000-0000-000000000000}"/>
          </ac:spMkLst>
        </pc:spChg>
        <pc:spChg chg="mod">
          <ac:chgData name="Pedro Bodega" userId="3bba64922e12e504" providerId="LiveId" clId="{93207982-FCF3-4B3C-A54E-605FD04D8554}" dt="2026-05-21T02:21:46.927" v="224" actId="1076"/>
          <ac:spMkLst>
            <pc:docMk/>
            <pc:sldMk cId="0" sldId="264"/>
            <ac:spMk id="7" creationId="{00000000-0000-0000-0000-000000000000}"/>
          </ac:spMkLst>
        </pc:spChg>
        <pc:spChg chg="mod">
          <ac:chgData name="Pedro Bodega" userId="3bba64922e12e504" providerId="LiveId" clId="{93207982-FCF3-4B3C-A54E-605FD04D8554}" dt="2026-05-21T02:35:29.166" v="453" actId="1076"/>
          <ac:spMkLst>
            <pc:docMk/>
            <pc:sldMk cId="0" sldId="264"/>
            <ac:spMk id="8" creationId="{00000000-0000-0000-0000-000000000000}"/>
          </ac:spMkLst>
        </pc:spChg>
        <pc:spChg chg="mod">
          <ac:chgData name="Pedro Bodega" userId="3bba64922e12e504" providerId="LiveId" clId="{93207982-FCF3-4B3C-A54E-605FD04D8554}" dt="2026-05-21T02:35:30.762" v="454" actId="1076"/>
          <ac:spMkLst>
            <pc:docMk/>
            <pc:sldMk cId="0" sldId="264"/>
            <ac:spMk id="9" creationId="{00000000-0000-0000-0000-000000000000}"/>
          </ac:spMkLst>
        </pc:spChg>
        <pc:spChg chg="mod">
          <ac:chgData name="Pedro Bodega" userId="3bba64922e12e504" providerId="LiveId" clId="{93207982-FCF3-4B3C-A54E-605FD04D8554}" dt="2026-05-21T02:35:33.285" v="455" actId="1076"/>
          <ac:spMkLst>
            <pc:docMk/>
            <pc:sldMk cId="0" sldId="264"/>
            <ac:spMk id="10" creationId="{00000000-0000-0000-0000-000000000000}"/>
          </ac:spMkLst>
        </pc:spChg>
        <pc:spChg chg="mod">
          <ac:chgData name="Pedro Bodega" userId="3bba64922e12e504" providerId="LiveId" clId="{93207982-FCF3-4B3C-A54E-605FD04D8554}" dt="2026-05-21T02:21:46.927" v="224" actId="1076"/>
          <ac:spMkLst>
            <pc:docMk/>
            <pc:sldMk cId="0" sldId="264"/>
            <ac:spMk id="13" creationId="{00000000-0000-0000-0000-000000000000}"/>
          </ac:spMkLst>
        </pc:spChg>
        <pc:spChg chg="mod">
          <ac:chgData name="Pedro Bodega" userId="3bba64922e12e504" providerId="LiveId" clId="{93207982-FCF3-4B3C-A54E-605FD04D8554}" dt="2026-05-21T02:21:46.927" v="224" actId="1076"/>
          <ac:spMkLst>
            <pc:docMk/>
            <pc:sldMk cId="0" sldId="264"/>
            <ac:spMk id="15" creationId="{00000000-0000-0000-0000-000000000000}"/>
          </ac:spMkLst>
        </pc:spChg>
        <pc:spChg chg="mod">
          <ac:chgData name="Pedro Bodega" userId="3bba64922e12e504" providerId="LiveId" clId="{93207982-FCF3-4B3C-A54E-605FD04D8554}" dt="2026-05-21T02:21:46.927" v="224" actId="1076"/>
          <ac:spMkLst>
            <pc:docMk/>
            <pc:sldMk cId="0" sldId="264"/>
            <ac:spMk id="17" creationId="{00000000-0000-0000-0000-000000000000}"/>
          </ac:spMkLst>
        </pc:spChg>
        <pc:spChg chg="mod">
          <ac:chgData name="Pedro Bodega" userId="3bba64922e12e504" providerId="LiveId" clId="{93207982-FCF3-4B3C-A54E-605FD04D8554}" dt="2026-05-21T02:21:46.927" v="224" actId="1076"/>
          <ac:spMkLst>
            <pc:docMk/>
            <pc:sldMk cId="0" sldId="264"/>
            <ac:spMk id="19" creationId="{00000000-0000-0000-0000-000000000000}"/>
          </ac:spMkLst>
        </pc:spChg>
        <pc:spChg chg="mod">
          <ac:chgData name="Pedro Bodega" userId="3bba64922e12e504" providerId="LiveId" clId="{93207982-FCF3-4B3C-A54E-605FD04D8554}" dt="2026-05-21T02:21:46.927" v="224" actId="1076"/>
          <ac:spMkLst>
            <pc:docMk/>
            <pc:sldMk cId="0" sldId="264"/>
            <ac:spMk id="21" creationId="{00000000-0000-0000-0000-000000000000}"/>
          </ac:spMkLst>
        </pc:spChg>
        <pc:spChg chg="mod">
          <ac:chgData name="Pedro Bodega" userId="3bba64922e12e504" providerId="LiveId" clId="{93207982-FCF3-4B3C-A54E-605FD04D8554}" dt="2026-05-21T02:21:46.927" v="224" actId="1076"/>
          <ac:spMkLst>
            <pc:docMk/>
            <pc:sldMk cId="0" sldId="264"/>
            <ac:spMk id="23" creationId="{00000000-0000-0000-0000-000000000000}"/>
          </ac:spMkLst>
        </pc:spChg>
        <pc:spChg chg="mod">
          <ac:chgData name="Pedro Bodega" userId="3bba64922e12e504" providerId="LiveId" clId="{93207982-FCF3-4B3C-A54E-605FD04D8554}" dt="2026-05-21T02:21:46.927" v="224" actId="1076"/>
          <ac:spMkLst>
            <pc:docMk/>
            <pc:sldMk cId="0" sldId="264"/>
            <ac:spMk id="25" creationId="{00000000-0000-0000-0000-000000000000}"/>
          </ac:spMkLst>
        </pc:spChg>
        <pc:spChg chg="mod">
          <ac:chgData name="Pedro Bodega" userId="3bba64922e12e504" providerId="LiveId" clId="{93207982-FCF3-4B3C-A54E-605FD04D8554}" dt="2026-05-21T02:21:46.927" v="224" actId="1076"/>
          <ac:spMkLst>
            <pc:docMk/>
            <pc:sldMk cId="0" sldId="264"/>
            <ac:spMk id="27" creationId="{00000000-0000-0000-0000-000000000000}"/>
          </ac:spMkLst>
        </pc:spChg>
        <pc:spChg chg="mod">
          <ac:chgData name="Pedro Bodega" userId="3bba64922e12e504" providerId="LiveId" clId="{93207982-FCF3-4B3C-A54E-605FD04D8554}" dt="2026-05-21T02:21:46.927" v="224" actId="1076"/>
          <ac:spMkLst>
            <pc:docMk/>
            <pc:sldMk cId="0" sldId="264"/>
            <ac:spMk id="29" creationId="{00000000-0000-0000-0000-000000000000}"/>
          </ac:spMkLst>
        </pc:spChg>
        <pc:spChg chg="mod">
          <ac:chgData name="Pedro Bodega" userId="3bba64922e12e504" providerId="LiveId" clId="{93207982-FCF3-4B3C-A54E-605FD04D8554}" dt="2026-05-21T02:21:46.927" v="224" actId="1076"/>
          <ac:spMkLst>
            <pc:docMk/>
            <pc:sldMk cId="0" sldId="264"/>
            <ac:spMk id="31" creationId="{00000000-0000-0000-0000-000000000000}"/>
          </ac:spMkLst>
        </pc:spChg>
        <pc:spChg chg="mod">
          <ac:chgData name="Pedro Bodega" userId="3bba64922e12e504" providerId="LiveId" clId="{93207982-FCF3-4B3C-A54E-605FD04D8554}" dt="2026-05-21T02:21:46.927" v="224" actId="1076"/>
          <ac:spMkLst>
            <pc:docMk/>
            <pc:sldMk cId="0" sldId="264"/>
            <ac:spMk id="32" creationId="{00000000-0000-0000-0000-000000000000}"/>
          </ac:spMkLst>
        </pc:spChg>
        <pc:spChg chg="mod">
          <ac:chgData name="Pedro Bodega" userId="3bba64922e12e504" providerId="LiveId" clId="{93207982-FCF3-4B3C-A54E-605FD04D8554}" dt="2026-05-21T02:21:46.927" v="224" actId="1076"/>
          <ac:spMkLst>
            <pc:docMk/>
            <pc:sldMk cId="0" sldId="264"/>
            <ac:spMk id="33" creationId="{00000000-0000-0000-0000-000000000000}"/>
          </ac:spMkLst>
        </pc:spChg>
        <pc:spChg chg="mod">
          <ac:chgData name="Pedro Bodega" userId="3bba64922e12e504" providerId="LiveId" clId="{93207982-FCF3-4B3C-A54E-605FD04D8554}" dt="2026-05-21T02:21:46.927" v="224" actId="1076"/>
          <ac:spMkLst>
            <pc:docMk/>
            <pc:sldMk cId="0" sldId="264"/>
            <ac:spMk id="34" creationId="{00000000-0000-0000-0000-000000000000}"/>
          </ac:spMkLst>
        </pc:spChg>
        <pc:spChg chg="mod">
          <ac:chgData name="Pedro Bodega" userId="3bba64922e12e504" providerId="LiveId" clId="{93207982-FCF3-4B3C-A54E-605FD04D8554}" dt="2026-05-21T02:21:46.927" v="224" actId="1076"/>
          <ac:spMkLst>
            <pc:docMk/>
            <pc:sldMk cId="0" sldId="264"/>
            <ac:spMk id="35" creationId="{00000000-0000-0000-0000-000000000000}"/>
          </ac:spMkLst>
        </pc:spChg>
        <pc:spChg chg="mod">
          <ac:chgData name="Pedro Bodega" userId="3bba64922e12e504" providerId="LiveId" clId="{93207982-FCF3-4B3C-A54E-605FD04D8554}" dt="2026-05-21T02:21:46.927" v="224" actId="1076"/>
          <ac:spMkLst>
            <pc:docMk/>
            <pc:sldMk cId="0" sldId="264"/>
            <ac:spMk id="36" creationId="{00000000-0000-0000-0000-000000000000}"/>
          </ac:spMkLst>
        </pc:spChg>
        <pc:spChg chg="mod">
          <ac:chgData name="Pedro Bodega" userId="3bba64922e12e504" providerId="LiveId" clId="{93207982-FCF3-4B3C-A54E-605FD04D8554}" dt="2026-05-21T02:21:46.927" v="224" actId="1076"/>
          <ac:spMkLst>
            <pc:docMk/>
            <pc:sldMk cId="0" sldId="264"/>
            <ac:spMk id="37" creationId="{00000000-0000-0000-0000-000000000000}"/>
          </ac:spMkLst>
        </pc:spChg>
        <pc:spChg chg="mod">
          <ac:chgData name="Pedro Bodega" userId="3bba64922e12e504" providerId="LiveId" clId="{93207982-FCF3-4B3C-A54E-605FD04D8554}" dt="2026-05-21T02:21:46.927" v="224" actId="1076"/>
          <ac:spMkLst>
            <pc:docMk/>
            <pc:sldMk cId="0" sldId="264"/>
            <ac:spMk id="38" creationId="{00000000-0000-0000-0000-000000000000}"/>
          </ac:spMkLst>
        </pc:spChg>
        <pc:spChg chg="mod">
          <ac:chgData name="Pedro Bodega" userId="3bba64922e12e504" providerId="LiveId" clId="{93207982-FCF3-4B3C-A54E-605FD04D8554}" dt="2026-05-21T02:21:46.927" v="224" actId="1076"/>
          <ac:spMkLst>
            <pc:docMk/>
            <pc:sldMk cId="0" sldId="264"/>
            <ac:spMk id="39" creationId="{00000000-0000-0000-0000-000000000000}"/>
          </ac:spMkLst>
        </pc:spChg>
        <pc:spChg chg="mod">
          <ac:chgData name="Pedro Bodega" userId="3bba64922e12e504" providerId="LiveId" clId="{93207982-FCF3-4B3C-A54E-605FD04D8554}" dt="2026-05-21T02:21:46.927" v="224" actId="1076"/>
          <ac:spMkLst>
            <pc:docMk/>
            <pc:sldMk cId="0" sldId="264"/>
            <ac:spMk id="40" creationId="{00000000-0000-0000-0000-000000000000}"/>
          </ac:spMkLst>
        </pc:spChg>
        <pc:spChg chg="mod">
          <ac:chgData name="Pedro Bodega" userId="3bba64922e12e504" providerId="LiveId" clId="{93207982-FCF3-4B3C-A54E-605FD04D8554}" dt="2026-05-21T02:21:46.927" v="224" actId="1076"/>
          <ac:spMkLst>
            <pc:docMk/>
            <pc:sldMk cId="0" sldId="264"/>
            <ac:spMk id="41" creationId="{00000000-0000-0000-0000-000000000000}"/>
          </ac:spMkLst>
        </pc:spChg>
        <pc:spChg chg="mod">
          <ac:chgData name="Pedro Bodega" userId="3bba64922e12e504" providerId="LiveId" clId="{93207982-FCF3-4B3C-A54E-605FD04D8554}" dt="2026-05-21T02:21:46.927" v="224" actId="1076"/>
          <ac:spMkLst>
            <pc:docMk/>
            <pc:sldMk cId="0" sldId="264"/>
            <ac:spMk id="42" creationId="{00000000-0000-0000-0000-000000000000}"/>
          </ac:spMkLst>
        </pc:spChg>
        <pc:spChg chg="mod">
          <ac:chgData name="Pedro Bodega" userId="3bba64922e12e504" providerId="LiveId" clId="{93207982-FCF3-4B3C-A54E-605FD04D8554}" dt="2026-05-21T02:21:46.927" v="224" actId="1076"/>
          <ac:spMkLst>
            <pc:docMk/>
            <pc:sldMk cId="0" sldId="264"/>
            <ac:spMk id="43" creationId="{00000000-0000-0000-0000-000000000000}"/>
          </ac:spMkLst>
        </pc:spChg>
        <pc:spChg chg="mod">
          <ac:chgData name="Pedro Bodega" userId="3bba64922e12e504" providerId="LiveId" clId="{93207982-FCF3-4B3C-A54E-605FD04D8554}" dt="2026-05-21T02:21:46.927" v="224" actId="1076"/>
          <ac:spMkLst>
            <pc:docMk/>
            <pc:sldMk cId="0" sldId="264"/>
            <ac:spMk id="44" creationId="{00000000-0000-0000-0000-000000000000}"/>
          </ac:spMkLst>
        </pc:spChg>
        <pc:spChg chg="mod">
          <ac:chgData name="Pedro Bodega" userId="3bba64922e12e504" providerId="LiveId" clId="{93207982-FCF3-4B3C-A54E-605FD04D8554}" dt="2026-05-21T02:21:46.927" v="224" actId="1076"/>
          <ac:spMkLst>
            <pc:docMk/>
            <pc:sldMk cId="0" sldId="264"/>
            <ac:spMk id="45" creationId="{00000000-0000-0000-0000-000000000000}"/>
          </ac:spMkLst>
        </pc:spChg>
        <pc:spChg chg="mod">
          <ac:chgData name="Pedro Bodega" userId="3bba64922e12e504" providerId="LiveId" clId="{93207982-FCF3-4B3C-A54E-605FD04D8554}" dt="2026-05-21T02:21:46.927" v="224" actId="1076"/>
          <ac:spMkLst>
            <pc:docMk/>
            <pc:sldMk cId="0" sldId="264"/>
            <ac:spMk id="46" creationId="{00000000-0000-0000-0000-000000000000}"/>
          </ac:spMkLst>
        </pc:spChg>
        <pc:spChg chg="mod">
          <ac:chgData name="Pedro Bodega" userId="3bba64922e12e504" providerId="LiveId" clId="{93207982-FCF3-4B3C-A54E-605FD04D8554}" dt="2026-05-21T02:21:46.927" v="224" actId="1076"/>
          <ac:spMkLst>
            <pc:docMk/>
            <pc:sldMk cId="0" sldId="264"/>
            <ac:spMk id="47" creationId="{00000000-0000-0000-0000-000000000000}"/>
          </ac:spMkLst>
        </pc:spChg>
        <pc:spChg chg="mod">
          <ac:chgData name="Pedro Bodega" userId="3bba64922e12e504" providerId="LiveId" clId="{93207982-FCF3-4B3C-A54E-605FD04D8554}" dt="2026-05-21T02:21:46.927" v="224" actId="1076"/>
          <ac:spMkLst>
            <pc:docMk/>
            <pc:sldMk cId="0" sldId="264"/>
            <ac:spMk id="48" creationId="{00000000-0000-0000-0000-000000000000}"/>
          </ac:spMkLst>
        </pc:spChg>
        <pc:spChg chg="mod">
          <ac:chgData name="Pedro Bodega" userId="3bba64922e12e504" providerId="LiveId" clId="{93207982-FCF3-4B3C-A54E-605FD04D8554}" dt="2026-05-21T02:21:46.927" v="224" actId="1076"/>
          <ac:spMkLst>
            <pc:docMk/>
            <pc:sldMk cId="0" sldId="264"/>
            <ac:spMk id="49" creationId="{00000000-0000-0000-0000-000000000000}"/>
          </ac:spMkLst>
        </pc:spChg>
        <pc:spChg chg="mod">
          <ac:chgData name="Pedro Bodega" userId="3bba64922e12e504" providerId="LiveId" clId="{93207982-FCF3-4B3C-A54E-605FD04D8554}" dt="2026-05-21T02:21:46.927" v="224" actId="1076"/>
          <ac:spMkLst>
            <pc:docMk/>
            <pc:sldMk cId="0" sldId="264"/>
            <ac:spMk id="50" creationId="{00000000-0000-0000-0000-000000000000}"/>
          </ac:spMkLst>
        </pc:spChg>
        <pc:spChg chg="mod">
          <ac:chgData name="Pedro Bodega" userId="3bba64922e12e504" providerId="LiveId" clId="{93207982-FCF3-4B3C-A54E-605FD04D8554}" dt="2026-05-21T02:21:46.927" v="224" actId="1076"/>
          <ac:spMkLst>
            <pc:docMk/>
            <pc:sldMk cId="0" sldId="264"/>
            <ac:spMk id="51" creationId="{00000000-0000-0000-0000-000000000000}"/>
          </ac:spMkLst>
        </pc:spChg>
        <pc:spChg chg="mod">
          <ac:chgData name="Pedro Bodega" userId="3bba64922e12e504" providerId="LiveId" clId="{93207982-FCF3-4B3C-A54E-605FD04D8554}" dt="2026-05-21T02:21:46.927" v="224" actId="1076"/>
          <ac:spMkLst>
            <pc:docMk/>
            <pc:sldMk cId="0" sldId="264"/>
            <ac:spMk id="52" creationId="{00000000-0000-0000-0000-000000000000}"/>
          </ac:spMkLst>
        </pc:spChg>
        <pc:spChg chg="mod">
          <ac:chgData name="Pedro Bodega" userId="3bba64922e12e504" providerId="LiveId" clId="{93207982-FCF3-4B3C-A54E-605FD04D8554}" dt="2026-05-21T02:21:46.927" v="224" actId="1076"/>
          <ac:spMkLst>
            <pc:docMk/>
            <pc:sldMk cId="0" sldId="264"/>
            <ac:spMk id="53" creationId="{00000000-0000-0000-0000-000000000000}"/>
          </ac:spMkLst>
        </pc:spChg>
        <pc:spChg chg="mod">
          <ac:chgData name="Pedro Bodega" userId="3bba64922e12e504" providerId="LiveId" clId="{93207982-FCF3-4B3C-A54E-605FD04D8554}" dt="2026-05-21T02:21:46.927" v="224" actId="1076"/>
          <ac:spMkLst>
            <pc:docMk/>
            <pc:sldMk cId="0" sldId="264"/>
            <ac:spMk id="54" creationId="{00000000-0000-0000-0000-000000000000}"/>
          </ac:spMkLst>
        </pc:spChg>
        <pc:spChg chg="mod">
          <ac:chgData name="Pedro Bodega" userId="3bba64922e12e504" providerId="LiveId" clId="{93207982-FCF3-4B3C-A54E-605FD04D8554}" dt="2026-05-21T02:21:46.927" v="224" actId="1076"/>
          <ac:spMkLst>
            <pc:docMk/>
            <pc:sldMk cId="0" sldId="264"/>
            <ac:spMk id="55" creationId="{00000000-0000-0000-0000-000000000000}"/>
          </ac:spMkLst>
        </pc:spChg>
        <pc:spChg chg="mod">
          <ac:chgData name="Pedro Bodega" userId="3bba64922e12e504" providerId="LiveId" clId="{93207982-FCF3-4B3C-A54E-605FD04D8554}" dt="2026-05-21T02:21:46.927" v="224" actId="1076"/>
          <ac:spMkLst>
            <pc:docMk/>
            <pc:sldMk cId="0" sldId="264"/>
            <ac:spMk id="56" creationId="{00000000-0000-0000-0000-000000000000}"/>
          </ac:spMkLst>
        </pc:spChg>
        <pc:spChg chg="mod">
          <ac:chgData name="Pedro Bodega" userId="3bba64922e12e504" providerId="LiveId" clId="{93207982-FCF3-4B3C-A54E-605FD04D8554}" dt="2026-05-21T02:21:46.927" v="224" actId="1076"/>
          <ac:spMkLst>
            <pc:docMk/>
            <pc:sldMk cId="0" sldId="264"/>
            <ac:spMk id="57" creationId="{00000000-0000-0000-0000-000000000000}"/>
          </ac:spMkLst>
        </pc:spChg>
        <pc:spChg chg="mod">
          <ac:chgData name="Pedro Bodega" userId="3bba64922e12e504" providerId="LiveId" clId="{93207982-FCF3-4B3C-A54E-605FD04D8554}" dt="2026-05-21T02:21:46.927" v="224" actId="1076"/>
          <ac:spMkLst>
            <pc:docMk/>
            <pc:sldMk cId="0" sldId="264"/>
            <ac:spMk id="58" creationId="{00000000-0000-0000-0000-000000000000}"/>
          </ac:spMkLst>
        </pc:spChg>
        <pc:spChg chg="mod">
          <ac:chgData name="Pedro Bodega" userId="3bba64922e12e504" providerId="LiveId" clId="{93207982-FCF3-4B3C-A54E-605FD04D8554}" dt="2026-05-21T02:21:46.927" v="224" actId="1076"/>
          <ac:spMkLst>
            <pc:docMk/>
            <pc:sldMk cId="0" sldId="264"/>
            <ac:spMk id="59" creationId="{00000000-0000-0000-0000-000000000000}"/>
          </ac:spMkLst>
        </pc:spChg>
        <pc:spChg chg="del mod">
          <ac:chgData name="Pedro Bodega" userId="3bba64922e12e504" providerId="LiveId" clId="{93207982-FCF3-4B3C-A54E-605FD04D8554}" dt="2026-05-21T02:20:44.386" v="206" actId="478"/>
          <ac:spMkLst>
            <pc:docMk/>
            <pc:sldMk cId="0" sldId="264"/>
            <ac:spMk id="60" creationId="{00000000-0000-0000-0000-000000000000}"/>
          </ac:spMkLst>
        </pc:spChg>
        <pc:spChg chg="add mod">
          <ac:chgData name="Pedro Bodega" userId="3bba64922e12e504" providerId="LiveId" clId="{93207982-FCF3-4B3C-A54E-605FD04D8554}" dt="2026-05-21T02:38:21.600" v="472" actId="1076"/>
          <ac:spMkLst>
            <pc:docMk/>
            <pc:sldMk cId="0" sldId="264"/>
            <ac:spMk id="60" creationId="{18CED0E5-EAE4-2159-9966-E85BB08F9979}"/>
          </ac:spMkLst>
        </pc:spChg>
        <pc:spChg chg="mod">
          <ac:chgData name="Pedro Bodega" userId="3bba64922e12e504" providerId="LiveId" clId="{93207982-FCF3-4B3C-A54E-605FD04D8554}" dt="2026-05-21T02:36:58.331" v="462" actId="1076"/>
          <ac:spMkLst>
            <pc:docMk/>
            <pc:sldMk cId="0" sldId="264"/>
            <ac:spMk id="61" creationId="{00000000-0000-0000-0000-000000000000}"/>
          </ac:spMkLst>
        </pc:spChg>
        <pc:spChg chg="mod">
          <ac:chgData name="Pedro Bodega" userId="3bba64922e12e504" providerId="LiveId" clId="{93207982-FCF3-4B3C-A54E-605FD04D8554}" dt="2026-05-21T02:37:01.115" v="463" actId="1076"/>
          <ac:spMkLst>
            <pc:docMk/>
            <pc:sldMk cId="0" sldId="264"/>
            <ac:spMk id="62" creationId="{00000000-0000-0000-0000-000000000000}"/>
          </ac:spMkLst>
        </pc:spChg>
        <pc:spChg chg="del">
          <ac:chgData name="Pedro Bodega" userId="3bba64922e12e504" providerId="LiveId" clId="{93207982-FCF3-4B3C-A54E-605FD04D8554}" dt="2026-05-21T02:19:17.760" v="196" actId="478"/>
          <ac:spMkLst>
            <pc:docMk/>
            <pc:sldMk cId="0" sldId="264"/>
            <ac:spMk id="63" creationId="{00000000-0000-0000-0000-000000000000}"/>
          </ac:spMkLst>
        </pc:spChg>
        <pc:spChg chg="add mod">
          <ac:chgData name="Pedro Bodega" userId="3bba64922e12e504" providerId="LiveId" clId="{93207982-FCF3-4B3C-A54E-605FD04D8554}" dt="2026-05-21T02:38:21.600" v="472" actId="1076"/>
          <ac:spMkLst>
            <pc:docMk/>
            <pc:sldMk cId="0" sldId="264"/>
            <ac:spMk id="63" creationId="{C26DA122-04D6-366C-4027-98A996766597}"/>
          </ac:spMkLst>
        </pc:spChg>
        <pc:spChg chg="mod">
          <ac:chgData name="Pedro Bodega" userId="3bba64922e12e504" providerId="LiveId" clId="{93207982-FCF3-4B3C-A54E-605FD04D8554}" dt="2026-05-21T02:37:35.922" v="466" actId="1076"/>
          <ac:spMkLst>
            <pc:docMk/>
            <pc:sldMk cId="0" sldId="264"/>
            <ac:spMk id="64" creationId="{00000000-0000-0000-0000-000000000000}"/>
          </ac:spMkLst>
        </pc:spChg>
        <pc:spChg chg="mod">
          <ac:chgData name="Pedro Bodega" userId="3bba64922e12e504" providerId="LiveId" clId="{93207982-FCF3-4B3C-A54E-605FD04D8554}" dt="2026-05-21T02:37:29.407" v="465" actId="1076"/>
          <ac:spMkLst>
            <pc:docMk/>
            <pc:sldMk cId="0" sldId="264"/>
            <ac:spMk id="65" creationId="{00000000-0000-0000-0000-000000000000}"/>
          </ac:spMkLst>
        </pc:spChg>
        <pc:spChg chg="mod">
          <ac:chgData name="Pedro Bodega" userId="3bba64922e12e504" providerId="LiveId" clId="{93207982-FCF3-4B3C-A54E-605FD04D8554}" dt="2026-05-21T02:21:46.927" v="224" actId="1076"/>
          <ac:spMkLst>
            <pc:docMk/>
            <pc:sldMk cId="0" sldId="264"/>
            <ac:spMk id="66" creationId="{00000000-0000-0000-0000-000000000000}"/>
          </ac:spMkLst>
        </pc:spChg>
        <pc:spChg chg="add del mod">
          <ac:chgData name="Pedro Bodega" userId="3bba64922e12e504" providerId="LiveId" clId="{93207982-FCF3-4B3C-A54E-605FD04D8554}" dt="2026-05-21T02:38:09.558" v="470" actId="478"/>
          <ac:spMkLst>
            <pc:docMk/>
            <pc:sldMk cId="0" sldId="264"/>
            <ac:spMk id="67" creationId="{00000000-0000-0000-0000-000000000000}"/>
          </ac:spMkLst>
        </pc:spChg>
        <pc:spChg chg="mod">
          <ac:chgData name="Pedro Bodega" userId="3bba64922e12e504" providerId="LiveId" clId="{93207982-FCF3-4B3C-A54E-605FD04D8554}" dt="2026-05-21T02:21:46.927" v="224" actId="1076"/>
          <ac:spMkLst>
            <pc:docMk/>
            <pc:sldMk cId="0" sldId="264"/>
            <ac:spMk id="68" creationId="{00000000-0000-0000-0000-000000000000}"/>
          </ac:spMkLst>
        </pc:spChg>
        <pc:spChg chg="del mod">
          <ac:chgData name="Pedro Bodega" userId="3bba64922e12e504" providerId="LiveId" clId="{93207982-FCF3-4B3C-A54E-605FD04D8554}" dt="2026-05-21T02:21:23.493" v="217" actId="478"/>
          <ac:spMkLst>
            <pc:docMk/>
            <pc:sldMk cId="0" sldId="264"/>
            <ac:spMk id="69" creationId="{00000000-0000-0000-0000-000000000000}"/>
          </ac:spMkLst>
        </pc:spChg>
        <pc:spChg chg="add mod">
          <ac:chgData name="Pedro Bodega" userId="3bba64922e12e504" providerId="LiveId" clId="{93207982-FCF3-4B3C-A54E-605FD04D8554}" dt="2026-05-21T02:38:21.600" v="472" actId="1076"/>
          <ac:spMkLst>
            <pc:docMk/>
            <pc:sldMk cId="0" sldId="264"/>
            <ac:spMk id="69" creationId="{F27D64DD-AF89-6434-6E37-B3CED8A18401}"/>
          </ac:spMkLst>
        </pc:spChg>
        <pc:spChg chg="mod">
          <ac:chgData name="Pedro Bodega" userId="3bba64922e12e504" providerId="LiveId" clId="{93207982-FCF3-4B3C-A54E-605FD04D8554}" dt="2026-05-21T02:35:07.194" v="449" actId="1076"/>
          <ac:spMkLst>
            <pc:docMk/>
            <pc:sldMk cId="0" sldId="264"/>
            <ac:spMk id="70" creationId="{00000000-0000-0000-0000-000000000000}"/>
          </ac:spMkLst>
        </pc:spChg>
        <pc:spChg chg="mod">
          <ac:chgData name="Pedro Bodega" userId="3bba64922e12e504" providerId="LiveId" clId="{93207982-FCF3-4B3C-A54E-605FD04D8554}" dt="2026-05-21T02:35:07.194" v="449" actId="1076"/>
          <ac:spMkLst>
            <pc:docMk/>
            <pc:sldMk cId="0" sldId="264"/>
            <ac:spMk id="71" creationId="{00000000-0000-0000-0000-000000000000}"/>
          </ac:spMkLst>
        </pc:spChg>
        <pc:spChg chg="mod">
          <ac:chgData name="Pedro Bodega" userId="3bba64922e12e504" providerId="LiveId" clId="{93207982-FCF3-4B3C-A54E-605FD04D8554}" dt="2026-05-21T02:35:13.479" v="451" actId="1076"/>
          <ac:spMkLst>
            <pc:docMk/>
            <pc:sldMk cId="0" sldId="264"/>
            <ac:spMk id="72" creationId="{00000000-0000-0000-0000-000000000000}"/>
          </ac:spMkLst>
        </pc:spChg>
        <pc:spChg chg="mod">
          <ac:chgData name="Pedro Bodega" userId="3bba64922e12e504" providerId="LiveId" clId="{93207982-FCF3-4B3C-A54E-605FD04D8554}" dt="2026-05-21T02:35:07.194" v="449" actId="1076"/>
          <ac:spMkLst>
            <pc:docMk/>
            <pc:sldMk cId="0" sldId="264"/>
            <ac:spMk id="73" creationId="{00000000-0000-0000-0000-000000000000}"/>
          </ac:spMkLst>
        </pc:spChg>
        <pc:spChg chg="mod">
          <ac:chgData name="Pedro Bodega" userId="3bba64922e12e504" providerId="LiveId" clId="{93207982-FCF3-4B3C-A54E-605FD04D8554}" dt="2026-05-21T02:35:09.796" v="450" actId="1076"/>
          <ac:spMkLst>
            <pc:docMk/>
            <pc:sldMk cId="0" sldId="264"/>
            <ac:spMk id="74" creationId="{00000000-0000-0000-0000-000000000000}"/>
          </ac:spMkLst>
        </pc:spChg>
        <pc:spChg chg="del">
          <ac:chgData name="Pedro Bodega" userId="3bba64922e12e504" providerId="LiveId" clId="{93207982-FCF3-4B3C-A54E-605FD04D8554}" dt="2026-05-21T02:21:25.454" v="218" actId="478"/>
          <ac:spMkLst>
            <pc:docMk/>
            <pc:sldMk cId="0" sldId="264"/>
            <ac:spMk id="89" creationId="{00000000-0000-0000-0000-000000000000}"/>
          </ac:spMkLst>
        </pc:spChg>
        <pc:spChg chg="del">
          <ac:chgData name="Pedro Bodega" userId="3bba64922e12e504" providerId="LiveId" clId="{93207982-FCF3-4B3C-A54E-605FD04D8554}" dt="2026-05-21T02:21:32.623" v="220" actId="478"/>
          <ac:spMkLst>
            <pc:docMk/>
            <pc:sldMk cId="0" sldId="264"/>
            <ac:spMk id="90" creationId="{00000000-0000-0000-0000-000000000000}"/>
          </ac:spMkLst>
        </pc:spChg>
        <pc:spChg chg="del">
          <ac:chgData name="Pedro Bodega" userId="3bba64922e12e504" providerId="LiveId" clId="{93207982-FCF3-4B3C-A54E-605FD04D8554}" dt="2026-05-21T02:21:32.623" v="220" actId="478"/>
          <ac:spMkLst>
            <pc:docMk/>
            <pc:sldMk cId="0" sldId="264"/>
            <ac:spMk id="91" creationId="{00000000-0000-0000-0000-000000000000}"/>
          </ac:spMkLst>
        </pc:spChg>
        <pc:spChg chg="del">
          <ac:chgData name="Pedro Bodega" userId="3bba64922e12e504" providerId="LiveId" clId="{93207982-FCF3-4B3C-A54E-605FD04D8554}" dt="2026-05-21T02:21:32.623" v="220" actId="478"/>
          <ac:spMkLst>
            <pc:docMk/>
            <pc:sldMk cId="0" sldId="264"/>
            <ac:spMk id="92" creationId="{00000000-0000-0000-0000-000000000000}"/>
          </ac:spMkLst>
        </pc:spChg>
        <pc:spChg chg="del">
          <ac:chgData name="Pedro Bodega" userId="3bba64922e12e504" providerId="LiveId" clId="{93207982-FCF3-4B3C-A54E-605FD04D8554}" dt="2026-05-21T02:21:32.623" v="220" actId="478"/>
          <ac:spMkLst>
            <pc:docMk/>
            <pc:sldMk cId="0" sldId="264"/>
            <ac:spMk id="93" creationId="{00000000-0000-0000-0000-000000000000}"/>
          </ac:spMkLst>
        </pc:spChg>
        <pc:spChg chg="del">
          <ac:chgData name="Pedro Bodega" userId="3bba64922e12e504" providerId="LiveId" clId="{93207982-FCF3-4B3C-A54E-605FD04D8554}" dt="2026-05-21T02:21:28.114" v="219" actId="478"/>
          <ac:spMkLst>
            <pc:docMk/>
            <pc:sldMk cId="0" sldId="264"/>
            <ac:spMk id="95" creationId="{00000000-0000-0000-0000-000000000000}"/>
          </ac:spMkLst>
        </pc:spChg>
        <pc:spChg chg="add mod">
          <ac:chgData name="Pedro Bodega" userId="3bba64922e12e504" providerId="LiveId" clId="{93207982-FCF3-4B3C-A54E-605FD04D8554}" dt="2026-05-21T02:21:46.927" v="224" actId="1076"/>
          <ac:spMkLst>
            <pc:docMk/>
            <pc:sldMk cId="0" sldId="264"/>
            <ac:spMk id="96" creationId="{9955D531-C93B-6360-B2AE-3A932DD46255}"/>
          </ac:spMkLst>
        </pc:spChg>
        <pc:spChg chg="add mod">
          <ac:chgData name="Pedro Bodega" userId="3bba64922e12e504" providerId="LiveId" clId="{93207982-FCF3-4B3C-A54E-605FD04D8554}" dt="2026-05-21T02:21:46.927" v="224" actId="1076"/>
          <ac:spMkLst>
            <pc:docMk/>
            <pc:sldMk cId="0" sldId="264"/>
            <ac:spMk id="97" creationId="{81F333BF-B433-75AB-F97A-49811AB2B784}"/>
          </ac:spMkLst>
        </pc:spChg>
        <pc:spChg chg="add mod">
          <ac:chgData name="Pedro Bodega" userId="3bba64922e12e504" providerId="LiveId" clId="{93207982-FCF3-4B3C-A54E-605FD04D8554}" dt="2026-05-21T02:21:46.927" v="224" actId="1076"/>
          <ac:spMkLst>
            <pc:docMk/>
            <pc:sldMk cId="0" sldId="264"/>
            <ac:spMk id="98" creationId="{D60B7BB2-23C5-F45A-161C-3FA4014A839E}"/>
          </ac:spMkLst>
        </pc:spChg>
        <pc:spChg chg="add mod">
          <ac:chgData name="Pedro Bodega" userId="3bba64922e12e504" providerId="LiveId" clId="{93207982-FCF3-4B3C-A54E-605FD04D8554}" dt="2026-05-21T02:21:46.927" v="224" actId="1076"/>
          <ac:spMkLst>
            <pc:docMk/>
            <pc:sldMk cId="0" sldId="264"/>
            <ac:spMk id="99" creationId="{449A491C-F0DA-478A-3491-587BB917CDB9}"/>
          </ac:spMkLst>
        </pc:spChg>
        <pc:spChg chg="add mod">
          <ac:chgData name="Pedro Bodega" userId="3bba64922e12e504" providerId="LiveId" clId="{93207982-FCF3-4B3C-A54E-605FD04D8554}" dt="2026-05-21T02:21:46.927" v="224" actId="1076"/>
          <ac:spMkLst>
            <pc:docMk/>
            <pc:sldMk cId="0" sldId="264"/>
            <ac:spMk id="100" creationId="{2DA1F976-8514-0A37-F955-A429A2EE9CAD}"/>
          </ac:spMkLst>
        </pc:spChg>
        <pc:spChg chg="add mod">
          <ac:chgData name="Pedro Bodega" userId="3bba64922e12e504" providerId="LiveId" clId="{93207982-FCF3-4B3C-A54E-605FD04D8554}" dt="2026-05-21T02:21:46.927" v="224" actId="1076"/>
          <ac:spMkLst>
            <pc:docMk/>
            <pc:sldMk cId="0" sldId="264"/>
            <ac:spMk id="101" creationId="{A39C5F8A-AA6F-B51D-F72F-B00D8EA021B6}"/>
          </ac:spMkLst>
        </pc:spChg>
        <pc:spChg chg="mod">
          <ac:chgData name="Pedro Bodega" userId="3bba64922e12e504" providerId="LiveId" clId="{93207982-FCF3-4B3C-A54E-605FD04D8554}" dt="2026-05-21T02:35:17.267" v="452" actId="1076"/>
          <ac:spMkLst>
            <pc:docMk/>
            <pc:sldMk cId="0" sldId="264"/>
            <ac:spMk id="102" creationId="{00000000-0000-0000-0000-000000000000}"/>
          </ac:spMkLst>
        </pc:spChg>
        <pc:spChg chg="mod">
          <ac:chgData name="Pedro Bodega" userId="3bba64922e12e504" providerId="LiveId" clId="{93207982-FCF3-4B3C-A54E-605FD04D8554}" dt="2026-05-21T02:28:45.943" v="227" actId="1076"/>
          <ac:spMkLst>
            <pc:docMk/>
            <pc:sldMk cId="0" sldId="264"/>
            <ac:spMk id="103" creationId="{00000000-0000-0000-0000-000000000000}"/>
          </ac:spMkLst>
        </pc:spChg>
        <pc:spChg chg="mod">
          <ac:chgData name="Pedro Bodega" userId="3bba64922e12e504" providerId="LiveId" clId="{93207982-FCF3-4B3C-A54E-605FD04D8554}" dt="2026-05-21T02:28:45.943" v="227" actId="1076"/>
          <ac:spMkLst>
            <pc:docMk/>
            <pc:sldMk cId="0" sldId="264"/>
            <ac:spMk id="104" creationId="{00000000-0000-0000-0000-000000000000}"/>
          </ac:spMkLst>
        </pc:spChg>
        <pc:spChg chg="mod">
          <ac:chgData name="Pedro Bodega" userId="3bba64922e12e504" providerId="LiveId" clId="{93207982-FCF3-4B3C-A54E-605FD04D8554}" dt="2026-05-21T02:28:45.943" v="227" actId="1076"/>
          <ac:spMkLst>
            <pc:docMk/>
            <pc:sldMk cId="0" sldId="264"/>
            <ac:spMk id="105" creationId="{00000000-0000-0000-0000-000000000000}"/>
          </ac:spMkLst>
        </pc:spChg>
        <pc:spChg chg="mod">
          <ac:chgData name="Pedro Bodega" userId="3bba64922e12e504" providerId="LiveId" clId="{93207982-FCF3-4B3C-A54E-605FD04D8554}" dt="2026-05-21T02:28:45.943" v="227" actId="1076"/>
          <ac:spMkLst>
            <pc:docMk/>
            <pc:sldMk cId="0" sldId="264"/>
            <ac:spMk id="106" creationId="{00000000-0000-0000-0000-000000000000}"/>
          </ac:spMkLst>
        </pc:spChg>
        <pc:cxnChg chg="mod">
          <ac:chgData name="Pedro Bodega" userId="3bba64922e12e504" providerId="LiveId" clId="{93207982-FCF3-4B3C-A54E-605FD04D8554}" dt="2026-05-21T02:21:46.927" v="224" actId="1076"/>
          <ac:cxnSpMkLst>
            <pc:docMk/>
            <pc:sldMk cId="0" sldId="264"/>
            <ac:cxnSpMk id="11" creationId="{00000000-0000-0000-0000-000000000000}"/>
          </ac:cxnSpMkLst>
        </pc:cxnChg>
        <pc:cxnChg chg="mod">
          <ac:chgData name="Pedro Bodega" userId="3bba64922e12e504" providerId="LiveId" clId="{93207982-FCF3-4B3C-A54E-605FD04D8554}" dt="2026-05-21T02:21:46.927" v="224" actId="1076"/>
          <ac:cxnSpMkLst>
            <pc:docMk/>
            <pc:sldMk cId="0" sldId="264"/>
            <ac:cxnSpMk id="12" creationId="{00000000-0000-0000-0000-000000000000}"/>
          </ac:cxnSpMkLst>
        </pc:cxnChg>
        <pc:cxnChg chg="mod">
          <ac:chgData name="Pedro Bodega" userId="3bba64922e12e504" providerId="LiveId" clId="{93207982-FCF3-4B3C-A54E-605FD04D8554}" dt="2026-05-21T02:21:46.927" v="224" actId="1076"/>
          <ac:cxnSpMkLst>
            <pc:docMk/>
            <pc:sldMk cId="0" sldId="264"/>
            <ac:cxnSpMk id="14" creationId="{00000000-0000-0000-0000-000000000000}"/>
          </ac:cxnSpMkLst>
        </pc:cxnChg>
        <pc:cxnChg chg="mod">
          <ac:chgData name="Pedro Bodega" userId="3bba64922e12e504" providerId="LiveId" clId="{93207982-FCF3-4B3C-A54E-605FD04D8554}" dt="2026-05-21T02:21:46.927" v="224" actId="1076"/>
          <ac:cxnSpMkLst>
            <pc:docMk/>
            <pc:sldMk cId="0" sldId="264"/>
            <ac:cxnSpMk id="16" creationId="{00000000-0000-0000-0000-000000000000}"/>
          </ac:cxnSpMkLst>
        </pc:cxnChg>
        <pc:cxnChg chg="mod">
          <ac:chgData name="Pedro Bodega" userId="3bba64922e12e504" providerId="LiveId" clId="{93207982-FCF3-4B3C-A54E-605FD04D8554}" dt="2026-05-21T02:21:46.927" v="224" actId="1076"/>
          <ac:cxnSpMkLst>
            <pc:docMk/>
            <pc:sldMk cId="0" sldId="264"/>
            <ac:cxnSpMk id="18" creationId="{00000000-0000-0000-0000-000000000000}"/>
          </ac:cxnSpMkLst>
        </pc:cxnChg>
        <pc:cxnChg chg="mod">
          <ac:chgData name="Pedro Bodega" userId="3bba64922e12e504" providerId="LiveId" clId="{93207982-FCF3-4B3C-A54E-605FD04D8554}" dt="2026-05-21T02:21:46.927" v="224" actId="1076"/>
          <ac:cxnSpMkLst>
            <pc:docMk/>
            <pc:sldMk cId="0" sldId="264"/>
            <ac:cxnSpMk id="20" creationId="{00000000-0000-0000-0000-000000000000}"/>
          </ac:cxnSpMkLst>
        </pc:cxnChg>
        <pc:cxnChg chg="mod">
          <ac:chgData name="Pedro Bodega" userId="3bba64922e12e504" providerId="LiveId" clId="{93207982-FCF3-4B3C-A54E-605FD04D8554}" dt="2026-05-21T02:21:46.927" v="224" actId="1076"/>
          <ac:cxnSpMkLst>
            <pc:docMk/>
            <pc:sldMk cId="0" sldId="264"/>
            <ac:cxnSpMk id="22" creationId="{00000000-0000-0000-0000-000000000000}"/>
          </ac:cxnSpMkLst>
        </pc:cxnChg>
        <pc:cxnChg chg="mod">
          <ac:chgData name="Pedro Bodega" userId="3bba64922e12e504" providerId="LiveId" clId="{93207982-FCF3-4B3C-A54E-605FD04D8554}" dt="2026-05-21T02:21:46.927" v="224" actId="1076"/>
          <ac:cxnSpMkLst>
            <pc:docMk/>
            <pc:sldMk cId="0" sldId="264"/>
            <ac:cxnSpMk id="24" creationId="{00000000-0000-0000-0000-000000000000}"/>
          </ac:cxnSpMkLst>
        </pc:cxnChg>
        <pc:cxnChg chg="mod">
          <ac:chgData name="Pedro Bodega" userId="3bba64922e12e504" providerId="LiveId" clId="{93207982-FCF3-4B3C-A54E-605FD04D8554}" dt="2026-05-21T02:21:46.927" v="224" actId="1076"/>
          <ac:cxnSpMkLst>
            <pc:docMk/>
            <pc:sldMk cId="0" sldId="264"/>
            <ac:cxnSpMk id="26" creationId="{00000000-0000-0000-0000-000000000000}"/>
          </ac:cxnSpMkLst>
        </pc:cxnChg>
        <pc:cxnChg chg="mod">
          <ac:chgData name="Pedro Bodega" userId="3bba64922e12e504" providerId="LiveId" clId="{93207982-FCF3-4B3C-A54E-605FD04D8554}" dt="2026-05-21T02:21:46.927" v="224" actId="1076"/>
          <ac:cxnSpMkLst>
            <pc:docMk/>
            <pc:sldMk cId="0" sldId="264"/>
            <ac:cxnSpMk id="28" creationId="{00000000-0000-0000-0000-000000000000}"/>
          </ac:cxnSpMkLst>
        </pc:cxnChg>
        <pc:cxnChg chg="mod">
          <ac:chgData name="Pedro Bodega" userId="3bba64922e12e504" providerId="LiveId" clId="{93207982-FCF3-4B3C-A54E-605FD04D8554}" dt="2026-05-21T02:21:46.927" v="224" actId="1076"/>
          <ac:cxnSpMkLst>
            <pc:docMk/>
            <pc:sldMk cId="0" sldId="264"/>
            <ac:cxnSpMk id="30" creationId="{00000000-0000-0000-0000-000000000000}"/>
          </ac:cxnSpMkLst>
        </pc:cxnChg>
      </pc:sldChg>
      <pc:sldChg chg="delSp new del mod">
        <pc:chgData name="Pedro Bodega" userId="3bba64922e12e504" providerId="LiveId" clId="{93207982-FCF3-4B3C-A54E-605FD04D8554}" dt="2026-05-21T01:45:35.226" v="101" actId="47"/>
        <pc:sldMkLst>
          <pc:docMk/>
          <pc:sldMk cId="2115755449" sldId="264"/>
        </pc:sldMkLst>
        <pc:spChg chg="del">
          <ac:chgData name="Pedro Bodega" userId="3bba64922e12e504" providerId="LiveId" clId="{93207982-FCF3-4B3C-A54E-605FD04D8554}" dt="2026-05-21T01:45:33.944" v="100" actId="21"/>
          <ac:spMkLst>
            <pc:docMk/>
            <pc:sldMk cId="2115755449" sldId="264"/>
            <ac:spMk id="4" creationId="{4F4783B6-E490-9E12-E5FD-7B547EE38CD7}"/>
          </ac:spMkLst>
        </pc:spChg>
      </pc:sldChg>
    </pc:docChg>
  </pc:docChgLst>
  <pc:docChgLst>
    <pc:chgData name="Pedro Bodega" userId="3bba64922e12e504" providerId="LiveId" clId="{FCE255F8-CBB8-4542-831E-D6D637C6EA9A}"/>
    <pc:docChg chg="undo redo custSel addSld delSld modSld sldOrd modMainMaster">
      <pc:chgData name="Pedro Bodega" userId="3bba64922e12e504" providerId="LiveId" clId="{FCE255F8-CBB8-4542-831E-D6D637C6EA9A}" dt="2025-06-17T14:06:04.171" v="353" actId="47"/>
      <pc:docMkLst>
        <pc:docMk/>
      </pc:docMkLst>
      <pc:sldChg chg="modSp del mod">
        <pc:chgData name="Pedro Bodega" userId="3bba64922e12e504" providerId="LiveId" clId="{FCE255F8-CBB8-4542-831E-D6D637C6EA9A}" dt="2025-06-17T09:06:44.940" v="108" actId="47"/>
        <pc:sldMkLst>
          <pc:docMk/>
          <pc:sldMk cId="2129369298" sldId="258"/>
        </pc:sldMkLst>
        <pc:spChg chg="mod">
          <ac:chgData name="Pedro Bodega" userId="3bba64922e12e504" providerId="LiveId" clId="{FCE255F8-CBB8-4542-831E-D6D637C6EA9A}" dt="2025-06-17T09:06:22.710" v="104" actId="1076"/>
          <ac:spMkLst>
            <pc:docMk/>
            <pc:sldMk cId="2129369298" sldId="258"/>
            <ac:spMk id="2" creationId="{013B06F0-4EBE-5357-7271-DC4711676971}"/>
          </ac:spMkLst>
        </pc:spChg>
      </pc:sldChg>
      <pc:sldChg chg="modSp new del mod">
        <pc:chgData name="Pedro Bodega" userId="3bba64922e12e504" providerId="LiveId" clId="{FCE255F8-CBB8-4542-831E-D6D637C6EA9A}" dt="2025-06-17T12:41:47.537" v="223" actId="47"/>
        <pc:sldMkLst>
          <pc:docMk/>
          <pc:sldMk cId="1417176340" sldId="259"/>
        </pc:sldMkLst>
        <pc:spChg chg="mod">
          <ac:chgData name="Pedro Bodega" userId="3bba64922e12e504" providerId="LiveId" clId="{FCE255F8-CBB8-4542-831E-D6D637C6EA9A}" dt="2025-06-17T12:41:09.514" v="216" actId="14100"/>
          <ac:spMkLst>
            <pc:docMk/>
            <pc:sldMk cId="1417176340" sldId="259"/>
            <ac:spMk id="2" creationId="{F664AFDC-EDF0-D231-0C85-E35D8D981A22}"/>
          </ac:spMkLst>
        </pc:spChg>
      </pc:sldChg>
      <pc:sldChg chg="del">
        <pc:chgData name="Pedro Bodega" userId="3bba64922e12e504" providerId="LiveId" clId="{FCE255F8-CBB8-4542-831E-D6D637C6EA9A}" dt="2025-06-17T06:41:04.083" v="49" actId="47"/>
        <pc:sldMkLst>
          <pc:docMk/>
          <pc:sldMk cId="1722958876" sldId="259"/>
        </pc:sldMkLst>
      </pc:sldChg>
      <pc:sldChg chg="del">
        <pc:chgData name="Pedro Bodega" userId="3bba64922e12e504" providerId="LiveId" clId="{FCE255F8-CBB8-4542-831E-D6D637C6EA9A}" dt="2025-06-17T06:41:03.066" v="48" actId="47"/>
        <pc:sldMkLst>
          <pc:docMk/>
          <pc:sldMk cId="915982935" sldId="260"/>
        </pc:sldMkLst>
      </pc:sldChg>
      <pc:sldChg chg="modSp new del mod">
        <pc:chgData name="Pedro Bodega" userId="3bba64922e12e504" providerId="LiveId" clId="{FCE255F8-CBB8-4542-831E-D6D637C6EA9A}" dt="2025-06-17T12:41:48.563" v="224" actId="47"/>
        <pc:sldMkLst>
          <pc:docMk/>
          <pc:sldMk cId="1771806984" sldId="260"/>
        </pc:sldMkLst>
        <pc:spChg chg="mod">
          <ac:chgData name="Pedro Bodega" userId="3bba64922e12e504" providerId="LiveId" clId="{FCE255F8-CBB8-4542-831E-D6D637C6EA9A}" dt="2025-06-17T12:40:55.466" v="215" actId="20577"/>
          <ac:spMkLst>
            <pc:docMk/>
            <pc:sldMk cId="1771806984" sldId="260"/>
            <ac:spMk id="2" creationId="{A89EE593-2D5A-80D9-A617-BEB11CDF7244}"/>
          </ac:spMkLst>
        </pc:spChg>
      </pc:sldChg>
      <pc:sldChg chg="new">
        <pc:chgData name="Pedro Bodega" userId="3bba64922e12e504" providerId="LiveId" clId="{FCE255F8-CBB8-4542-831E-D6D637C6EA9A}" dt="2025-06-17T06:41:28.898" v="52" actId="680"/>
        <pc:sldMkLst>
          <pc:docMk/>
          <pc:sldMk cId="920576013" sldId="261"/>
        </pc:sldMkLst>
      </pc:sldChg>
      <pc:sldChg chg="new del">
        <pc:chgData name="Pedro Bodega" userId="3bba64922e12e504" providerId="LiveId" clId="{FCE255F8-CBB8-4542-831E-D6D637C6EA9A}" dt="2025-06-17T09:06:35.229" v="106" actId="47"/>
        <pc:sldMkLst>
          <pc:docMk/>
          <pc:sldMk cId="683725782" sldId="262"/>
        </pc:sldMkLst>
      </pc:sldChg>
      <pc:sldChg chg="new">
        <pc:chgData name="Pedro Bodega" userId="3bba64922e12e504" providerId="LiveId" clId="{FCE255F8-CBB8-4542-831E-D6D637C6EA9A}" dt="2025-06-17T09:06:42.192" v="107" actId="680"/>
        <pc:sldMkLst>
          <pc:docMk/>
          <pc:sldMk cId="3443037718" sldId="262"/>
        </pc:sldMkLst>
      </pc:sldChg>
      <pc:sldChg chg="new del">
        <pc:chgData name="Pedro Bodega" userId="3bba64922e12e504" providerId="LiveId" clId="{FCE255F8-CBB8-4542-831E-D6D637C6EA9A}" dt="2025-06-17T12:41:18.622" v="218" actId="47"/>
        <pc:sldMkLst>
          <pc:docMk/>
          <pc:sldMk cId="1735743880" sldId="263"/>
        </pc:sldMkLst>
      </pc:sldChg>
      <pc:sldChg chg="new del ord modAnim">
        <pc:chgData name="Pedro Bodega" userId="3bba64922e12e504" providerId="LiveId" clId="{FCE255F8-CBB8-4542-831E-D6D637C6EA9A}" dt="2025-06-17T12:56:13.462" v="282" actId="47"/>
        <pc:sldMkLst>
          <pc:docMk/>
          <pc:sldMk cId="3925658047" sldId="263"/>
        </pc:sldMkLst>
      </pc:sldChg>
      <pc:sldChg chg="modSp new ord modAnim">
        <pc:chgData name="Pedro Bodega" userId="3bba64922e12e504" providerId="LiveId" clId="{FCE255F8-CBB8-4542-831E-D6D637C6EA9A}" dt="2025-06-17T13:48:21.324" v="347"/>
        <pc:sldMkLst>
          <pc:docMk/>
          <pc:sldMk cId="871464335" sldId="264"/>
        </pc:sldMkLst>
        <pc:spChg chg="mod">
          <ac:chgData name="Pedro Bodega" userId="3bba64922e12e504" providerId="LiveId" clId="{FCE255F8-CBB8-4542-831E-D6D637C6EA9A}" dt="2025-06-17T13:48:15.877" v="345" actId="5793"/>
          <ac:spMkLst>
            <pc:docMk/>
            <pc:sldMk cId="871464335" sldId="264"/>
            <ac:spMk id="2" creationId="{834025C3-791C-7977-E64C-5AB485980215}"/>
          </ac:spMkLst>
        </pc:spChg>
      </pc:sldChg>
      <pc:sldChg chg="new del">
        <pc:chgData name="Pedro Bodega" userId="3bba64922e12e504" providerId="LiveId" clId="{FCE255F8-CBB8-4542-831E-D6D637C6EA9A}" dt="2025-06-17T12:56:12.258" v="281" actId="47"/>
        <pc:sldMkLst>
          <pc:docMk/>
          <pc:sldMk cId="179612668" sldId="265"/>
        </pc:sldMkLst>
      </pc:sldChg>
      <pc:sldChg chg="modSp new del mod ord">
        <pc:chgData name="Pedro Bodega" userId="3bba64922e12e504" providerId="LiveId" clId="{FCE255F8-CBB8-4542-831E-D6D637C6EA9A}" dt="2025-06-17T12:56:51.155" v="311" actId="2696"/>
        <pc:sldMkLst>
          <pc:docMk/>
          <pc:sldMk cId="1552818623" sldId="265"/>
        </pc:sldMkLst>
        <pc:spChg chg="mod">
          <ac:chgData name="Pedro Bodega" userId="3bba64922e12e504" providerId="LiveId" clId="{FCE255F8-CBB8-4542-831E-D6D637C6EA9A}" dt="2025-06-17T12:56:31.621" v="309" actId="20577"/>
          <ac:spMkLst>
            <pc:docMk/>
            <pc:sldMk cId="1552818623" sldId="265"/>
            <ac:spMk id="2" creationId="{F8067C6C-142B-AF09-FABB-CE2B3E6952E6}"/>
          </ac:spMkLst>
        </pc:spChg>
      </pc:sldChg>
      <pc:sldChg chg="modSp new del mod modAnim">
        <pc:chgData name="Pedro Bodega" userId="3bba64922e12e504" providerId="LiveId" clId="{FCE255F8-CBB8-4542-831E-D6D637C6EA9A}" dt="2025-06-17T12:55:03.472" v="265" actId="680"/>
        <pc:sldMkLst>
          <pc:docMk/>
          <pc:sldMk cId="1802262645" sldId="265"/>
        </pc:sldMkLst>
        <pc:spChg chg="mod">
          <ac:chgData name="Pedro Bodega" userId="3bba64922e12e504" providerId="LiveId" clId="{FCE255F8-CBB8-4542-831E-D6D637C6EA9A}" dt="2025-06-17T12:55:03.281" v="264" actId="20577"/>
          <ac:spMkLst>
            <pc:docMk/>
            <pc:sldMk cId="1802262645" sldId="265"/>
            <ac:spMk id="2" creationId="{624A3DEE-B73E-5A7B-2E14-1BFEA7288BB4}"/>
          </ac:spMkLst>
        </pc:spChg>
      </pc:sldChg>
      <pc:sldChg chg="modSp new mod ord">
        <pc:chgData name="Pedro Bodega" userId="3bba64922e12e504" providerId="LiveId" clId="{FCE255F8-CBB8-4542-831E-D6D637C6EA9A}" dt="2025-06-17T12:57:10.745" v="342" actId="27636"/>
        <pc:sldMkLst>
          <pc:docMk/>
          <pc:sldMk cId="3813860300" sldId="265"/>
        </pc:sldMkLst>
        <pc:spChg chg="mod">
          <ac:chgData name="Pedro Bodega" userId="3bba64922e12e504" providerId="LiveId" clId="{FCE255F8-CBB8-4542-831E-D6D637C6EA9A}" dt="2025-06-17T12:57:10.745" v="342" actId="27636"/>
          <ac:spMkLst>
            <pc:docMk/>
            <pc:sldMk cId="3813860300" sldId="265"/>
            <ac:spMk id="2" creationId="{2505E3BE-D9A8-EEA6-7805-A1A67B41819B}"/>
          </ac:spMkLst>
        </pc:spChg>
      </pc:sldChg>
      <pc:sldChg chg="new del">
        <pc:chgData name="Pedro Bodega" userId="3bba64922e12e504" providerId="LiveId" clId="{FCE255F8-CBB8-4542-831E-D6D637C6EA9A}" dt="2025-06-17T14:05:54.768" v="349" actId="47"/>
        <pc:sldMkLst>
          <pc:docMk/>
          <pc:sldMk cId="141901742" sldId="266"/>
        </pc:sldMkLst>
      </pc:sldChg>
      <pc:sldChg chg="new del">
        <pc:chgData name="Pedro Bodega" userId="3bba64922e12e504" providerId="LiveId" clId="{FCE255F8-CBB8-4542-831E-D6D637C6EA9A}" dt="2025-06-17T14:05:58.997" v="351" actId="47"/>
        <pc:sldMkLst>
          <pc:docMk/>
          <pc:sldMk cId="2480804403" sldId="266"/>
        </pc:sldMkLst>
      </pc:sldChg>
      <pc:sldChg chg="new del">
        <pc:chgData name="Pedro Bodega" userId="3bba64922e12e504" providerId="LiveId" clId="{FCE255F8-CBB8-4542-831E-D6D637C6EA9A}" dt="2025-06-17T14:06:04.171" v="353" actId="47"/>
        <pc:sldMkLst>
          <pc:docMk/>
          <pc:sldMk cId="3256716820" sldId="266"/>
        </pc:sldMkLst>
      </pc:sldChg>
      <pc:sldMasterChg chg="addSp delSp modSp mod delSldLayout modSldLayout sldLayoutOrd">
        <pc:chgData name="Pedro Bodega" userId="3bba64922e12e504" providerId="LiveId" clId="{FCE255F8-CBB8-4542-831E-D6D637C6EA9A}" dt="2025-06-17T12:56:44.881" v="310" actId="12"/>
        <pc:sldMasterMkLst>
          <pc:docMk/>
          <pc:sldMasterMk cId="2926898407" sldId="2147483648"/>
        </pc:sldMasterMkLst>
        <pc:spChg chg="mod">
          <ac:chgData name="Pedro Bodega" userId="3bba64922e12e504" providerId="LiveId" clId="{FCE255F8-CBB8-4542-831E-D6D637C6EA9A}" dt="2025-06-17T09:05:52.995" v="102" actId="2711"/>
          <ac:spMkLst>
            <pc:docMk/>
            <pc:sldMasterMk cId="2926898407" sldId="2147483648"/>
            <ac:spMk id="2" creationId="{BE22E520-0431-423A-4B4A-6B3A8139DDAB}"/>
          </ac:spMkLst>
        </pc:spChg>
        <pc:spChg chg="mod">
          <ac:chgData name="Pedro Bodega" userId="3bba64922e12e504" providerId="LiveId" clId="{FCE255F8-CBB8-4542-831E-D6D637C6EA9A}" dt="2025-06-17T09:05:56.832" v="103" actId="2711"/>
          <ac:spMkLst>
            <pc:docMk/>
            <pc:sldMasterMk cId="2926898407" sldId="2147483648"/>
            <ac:spMk id="3" creationId="{5F14CCBA-5717-814C-6D8E-18E076CBD79C}"/>
          </ac:spMkLst>
        </pc:spChg>
        <pc:spChg chg="add mod">
          <ac:chgData name="Pedro Bodega" userId="3bba64922e12e504" providerId="LiveId" clId="{FCE255F8-CBB8-4542-831E-D6D637C6EA9A}" dt="2025-06-17T09:10:52.917" v="141" actId="208"/>
          <ac:spMkLst>
            <pc:docMk/>
            <pc:sldMasterMk cId="2926898407" sldId="2147483648"/>
            <ac:spMk id="6" creationId="{E9AAD5BF-6AAA-5475-494F-8E83EC8493C8}"/>
          </ac:spMkLst>
        </pc:spChg>
        <pc:spChg chg="mod">
          <ac:chgData name="Pedro Bodega" userId="3bba64922e12e504" providerId="LiveId" clId="{FCE255F8-CBB8-4542-831E-D6D637C6EA9A}" dt="2025-06-17T09:14:13.486" v="151" actId="1076"/>
          <ac:spMkLst>
            <pc:docMk/>
            <pc:sldMasterMk cId="2926898407" sldId="2147483648"/>
            <ac:spMk id="7" creationId="{2F125A67-3EF2-4D23-E1A0-E61A130AC7B1}"/>
          </ac:spMkLst>
        </pc:spChg>
        <pc:spChg chg="add mod">
          <ac:chgData name="Pedro Bodega" userId="3bba64922e12e504" providerId="LiveId" clId="{FCE255F8-CBB8-4542-831E-D6D637C6EA9A}" dt="2025-06-17T09:10:52.917" v="141" actId="208"/>
          <ac:spMkLst>
            <pc:docMk/>
            <pc:sldMasterMk cId="2926898407" sldId="2147483648"/>
            <ac:spMk id="8" creationId="{29D0FACC-06E6-5A4F-DEA4-73B727E20595}"/>
          </ac:spMkLst>
        </pc:spChg>
        <pc:spChg chg="mod">
          <ac:chgData name="Pedro Bodega" userId="3bba64922e12e504" providerId="LiveId" clId="{FCE255F8-CBB8-4542-831E-D6D637C6EA9A}" dt="2025-06-17T09:17:28.688" v="213" actId="20577"/>
          <ac:spMkLst>
            <pc:docMk/>
            <pc:sldMasterMk cId="2926898407" sldId="2147483648"/>
            <ac:spMk id="10" creationId="{C1220BA2-AD0E-0A4E-4100-E52995E5B8CC}"/>
          </ac:spMkLst>
        </pc:spChg>
        <pc:spChg chg="mod">
          <ac:chgData name="Pedro Bodega" userId="3bba64922e12e504" providerId="LiveId" clId="{FCE255F8-CBB8-4542-831E-D6D637C6EA9A}" dt="2025-06-17T09:14:24.333" v="152" actId="1076"/>
          <ac:spMkLst>
            <pc:docMk/>
            <pc:sldMasterMk cId="2926898407" sldId="2147483648"/>
            <ac:spMk id="15" creationId="{39527E30-B470-EEDB-4BEB-4E4D87BB9281}"/>
          </ac:spMkLst>
        </pc:spChg>
        <pc:spChg chg="mod">
          <ac:chgData name="Pedro Bodega" userId="3bba64922e12e504" providerId="LiveId" clId="{FCE255F8-CBB8-4542-831E-D6D637C6EA9A}" dt="2025-06-17T06:43:25.447" v="55" actId="1076"/>
          <ac:spMkLst>
            <pc:docMk/>
            <pc:sldMasterMk cId="2926898407" sldId="2147483648"/>
            <ac:spMk id="18" creationId="{670B15BE-F743-4293-4707-5D642A7913DC}"/>
          </ac:spMkLst>
        </pc:spChg>
        <pc:spChg chg="mod">
          <ac:chgData name="Pedro Bodega" userId="3bba64922e12e504" providerId="LiveId" clId="{FCE255F8-CBB8-4542-831E-D6D637C6EA9A}" dt="2025-06-17T09:07:29.373" v="109" actId="2711"/>
          <ac:spMkLst>
            <pc:docMk/>
            <pc:sldMasterMk cId="2926898407" sldId="2147483648"/>
            <ac:spMk id="19" creationId="{032E0F61-7226-5592-9C35-51BE6DF3F9D8}"/>
          </ac:spMkLst>
        </pc:spChg>
        <pc:spChg chg="mod">
          <ac:chgData name="Pedro Bodega" userId="3bba64922e12e504" providerId="LiveId" clId="{FCE255F8-CBB8-4542-831E-D6D637C6EA9A}" dt="2025-06-17T09:11:02.680" v="142" actId="208"/>
          <ac:spMkLst>
            <pc:docMk/>
            <pc:sldMasterMk cId="2926898407" sldId="2147483648"/>
            <ac:spMk id="21" creationId="{65768E1A-667F-F62B-096B-97F06A60475E}"/>
          </ac:spMkLst>
        </pc:spChg>
        <pc:spChg chg="mod">
          <ac:chgData name="Pedro Bodega" userId="3bba64922e12e504" providerId="LiveId" clId="{FCE255F8-CBB8-4542-831E-D6D637C6EA9A}" dt="2025-06-17T09:11:02.680" v="142" actId="208"/>
          <ac:spMkLst>
            <pc:docMk/>
            <pc:sldMasterMk cId="2926898407" sldId="2147483648"/>
            <ac:spMk id="22" creationId="{1210919C-B70E-DC6E-85C7-BCE15D011987}"/>
          </ac:spMkLst>
        </pc:spChg>
        <pc:picChg chg="add mod">
          <ac:chgData name="Pedro Bodega" userId="3bba64922e12e504" providerId="LiveId" clId="{FCE255F8-CBB8-4542-831E-D6D637C6EA9A}" dt="2025-06-17T09:09:43.906" v="135" actId="166"/>
          <ac:picMkLst>
            <pc:docMk/>
            <pc:sldMasterMk cId="2926898407" sldId="2147483648"/>
            <ac:picMk id="4" creationId="{86A8D64C-EEAF-FAE4-C3C6-736B8D60F1E0}"/>
          </ac:picMkLst>
        </pc:picChg>
        <pc:picChg chg="del">
          <ac:chgData name="Pedro Bodega" userId="3bba64922e12e504" providerId="LiveId" clId="{FCE255F8-CBB8-4542-831E-D6D637C6EA9A}" dt="2025-06-17T09:09:28.631" v="133" actId="478"/>
          <ac:picMkLst>
            <pc:docMk/>
            <pc:sldMasterMk cId="2926898407" sldId="2147483648"/>
            <ac:picMk id="20" creationId="{6113EA63-8A6E-0F0D-25F1-4C48CA271237}"/>
          </ac:picMkLst>
        </pc:picChg>
        <pc:cxnChg chg="add del">
          <ac:chgData name="Pedro Bodega" userId="3bba64922e12e504" providerId="LiveId" clId="{FCE255F8-CBB8-4542-831E-D6D637C6EA9A}" dt="2025-06-17T06:36:50.759" v="3" actId="11529"/>
          <ac:cxnSpMkLst>
            <pc:docMk/>
            <pc:sldMasterMk cId="2926898407" sldId="2147483648"/>
            <ac:cxnSpMk id="5" creationId="{6C841B4E-224C-46D5-A98C-27F5B7CDFF87}"/>
          </ac:cxnSpMkLst>
        </pc:cxnChg>
        <pc:sldLayoutChg chg="addSp delSp modSp mod">
          <pc:chgData name="Pedro Bodega" userId="3bba64922e12e504" providerId="LiveId" clId="{FCE255F8-CBB8-4542-831E-D6D637C6EA9A}" dt="2025-06-17T09:09:36.613" v="134" actId="166"/>
          <pc:sldLayoutMkLst>
            <pc:docMk/>
            <pc:sldMasterMk cId="2926898407" sldId="2147483648"/>
            <pc:sldLayoutMk cId="2520646957" sldId="2147483649"/>
          </pc:sldLayoutMkLst>
          <pc:spChg chg="add mod">
            <ac:chgData name="Pedro Bodega" userId="3bba64922e12e504" providerId="LiveId" clId="{FCE255F8-CBB8-4542-831E-D6D637C6EA9A}" dt="2025-06-17T09:00:47.026" v="67" actId="1076"/>
            <ac:spMkLst>
              <pc:docMk/>
              <pc:sldMasterMk cId="2926898407" sldId="2147483648"/>
              <pc:sldLayoutMk cId="2520646957" sldId="2147483649"/>
              <ac:spMk id="2" creationId="{EA83286D-ADAD-7EFE-BDAE-6FBC71C5F70F}"/>
            </ac:spMkLst>
          </pc:spChg>
          <pc:spChg chg="add">
            <ac:chgData name="Pedro Bodega" userId="3bba64922e12e504" providerId="LiveId" clId="{FCE255F8-CBB8-4542-831E-D6D637C6EA9A}" dt="2025-06-17T09:04:41.938" v="96"/>
            <ac:spMkLst>
              <pc:docMk/>
              <pc:sldMasterMk cId="2926898407" sldId="2147483648"/>
              <pc:sldLayoutMk cId="2520646957" sldId="2147483649"/>
              <ac:spMk id="3" creationId="{392A8E83-D4DC-C384-0F62-735399622A1D}"/>
            </ac:spMkLst>
          </pc:spChg>
          <pc:spChg chg="add">
            <ac:chgData name="Pedro Bodega" userId="3bba64922e12e504" providerId="LiveId" clId="{FCE255F8-CBB8-4542-831E-D6D637C6EA9A}" dt="2025-06-17T09:04:44.583" v="97"/>
            <ac:spMkLst>
              <pc:docMk/>
              <pc:sldMasterMk cId="2926898407" sldId="2147483648"/>
              <pc:sldLayoutMk cId="2520646957" sldId="2147483649"/>
              <ac:spMk id="4" creationId="{9438CB07-3397-0C01-5EDD-A7EB1F84AE63}"/>
            </ac:spMkLst>
          </pc:spChg>
          <pc:spChg chg="mod">
            <ac:chgData name="Pedro Bodega" userId="3bba64922e12e504" providerId="LiveId" clId="{FCE255F8-CBB8-4542-831E-D6D637C6EA9A}" dt="2025-06-17T09:01:46.626" v="94" actId="1076"/>
            <ac:spMkLst>
              <pc:docMk/>
              <pc:sldMasterMk cId="2926898407" sldId="2147483648"/>
              <pc:sldLayoutMk cId="2520646957" sldId="2147483649"/>
              <ac:spMk id="10" creationId="{36380E11-F245-9220-A229-BCC89DB72A07}"/>
            </ac:spMkLst>
          </pc:spChg>
          <pc:spChg chg="mod">
            <ac:chgData name="Pedro Bodega" userId="3bba64922e12e504" providerId="LiveId" clId="{FCE255F8-CBB8-4542-831E-D6D637C6EA9A}" dt="2025-06-17T09:05:16.555" v="101" actId="208"/>
            <ac:spMkLst>
              <pc:docMk/>
              <pc:sldMasterMk cId="2926898407" sldId="2147483648"/>
              <pc:sldLayoutMk cId="2520646957" sldId="2147483649"/>
              <ac:spMk id="16" creationId="{AEA1DF8F-6E40-3097-5D48-239400095E59}"/>
            </ac:spMkLst>
          </pc:spChg>
          <pc:spChg chg="mod">
            <ac:chgData name="Pedro Bodega" userId="3bba64922e12e504" providerId="LiveId" clId="{FCE255F8-CBB8-4542-831E-D6D637C6EA9A}" dt="2025-06-17T09:01:28.531" v="93" actId="404"/>
            <ac:spMkLst>
              <pc:docMk/>
              <pc:sldMasterMk cId="2926898407" sldId="2147483648"/>
              <pc:sldLayoutMk cId="2520646957" sldId="2147483649"/>
              <ac:spMk id="18" creationId="{60B38BD4-F820-C6DA-ED54-9134FB826459}"/>
            </ac:spMkLst>
          </pc:spChg>
          <pc:spChg chg="mod">
            <ac:chgData name="Pedro Bodega" userId="3bba64922e12e504" providerId="LiveId" clId="{FCE255F8-CBB8-4542-831E-D6D637C6EA9A}" dt="2025-06-17T09:05:13.811" v="100" actId="208"/>
            <ac:spMkLst>
              <pc:docMk/>
              <pc:sldMasterMk cId="2926898407" sldId="2147483648"/>
              <pc:sldLayoutMk cId="2520646957" sldId="2147483649"/>
              <ac:spMk id="21" creationId="{5A58D6B4-56F9-409C-9193-4F5069DF34CC}"/>
            </ac:spMkLst>
          </pc:spChg>
          <pc:picChg chg="del">
            <ac:chgData name="Pedro Bodega" userId="3bba64922e12e504" providerId="LiveId" clId="{FCE255F8-CBB8-4542-831E-D6D637C6EA9A}" dt="2025-06-17T09:08:44.434" v="119" actId="478"/>
            <ac:picMkLst>
              <pc:docMk/>
              <pc:sldMasterMk cId="2926898407" sldId="2147483648"/>
              <pc:sldLayoutMk cId="2520646957" sldId="2147483649"/>
              <ac:picMk id="13" creationId="{D2DC7D57-3F21-57E9-568A-073C3F70C63D}"/>
            </ac:picMkLst>
          </pc:picChg>
          <pc:picChg chg="mod">
            <ac:chgData name="Pedro Bodega" userId="3bba64922e12e504" providerId="LiveId" clId="{FCE255F8-CBB8-4542-831E-D6D637C6EA9A}" dt="2025-06-17T09:02:00.093" v="95" actId="1076"/>
            <ac:picMkLst>
              <pc:docMk/>
              <pc:sldMasterMk cId="2926898407" sldId="2147483648"/>
              <pc:sldLayoutMk cId="2520646957" sldId="2147483649"/>
              <ac:picMk id="19" creationId="{6DD53A77-8C04-7750-3E34-586DE177DACC}"/>
            </ac:picMkLst>
          </pc:picChg>
          <pc:picChg chg="add mod">
            <ac:chgData name="Pedro Bodega" userId="3bba64922e12e504" providerId="LiveId" clId="{FCE255F8-CBB8-4542-831E-D6D637C6EA9A}" dt="2025-06-17T09:09:36.613" v="134" actId="166"/>
            <ac:picMkLst>
              <pc:docMk/>
              <pc:sldMasterMk cId="2926898407" sldId="2147483648"/>
              <pc:sldLayoutMk cId="2520646957" sldId="2147483649"/>
              <ac:picMk id="1028" creationId="{EC594892-7F52-AC8B-E9EE-D2240B1AF560}"/>
            </ac:picMkLst>
          </pc:picChg>
        </pc:sldLayoutChg>
        <pc:sldLayoutChg chg="addSp delSp modSp mod">
          <pc:chgData name="Pedro Bodega" userId="3bba64922e12e504" providerId="LiveId" clId="{FCE255F8-CBB8-4542-831E-D6D637C6EA9A}" dt="2025-06-17T09:14:45.803" v="157"/>
          <pc:sldLayoutMkLst>
            <pc:docMk/>
            <pc:sldMasterMk cId="2926898407" sldId="2147483648"/>
            <pc:sldLayoutMk cId="633906137" sldId="2147483650"/>
          </pc:sldLayoutMkLst>
          <pc:spChg chg="mod">
            <ac:chgData name="Pedro Bodega" userId="3bba64922e12e504" providerId="LiveId" clId="{FCE255F8-CBB8-4542-831E-D6D637C6EA9A}" dt="2025-06-17T06:44:03.274" v="56" actId="2711"/>
            <ac:spMkLst>
              <pc:docMk/>
              <pc:sldMasterMk cId="2926898407" sldId="2147483648"/>
              <pc:sldLayoutMk cId="633906137" sldId="2147483650"/>
              <ac:spMk id="2" creationId="{1165DBEA-C2EE-C4A6-4B6F-B4A110325F0D}"/>
            </ac:spMkLst>
          </pc:spChg>
          <pc:spChg chg="mod">
            <ac:chgData name="Pedro Bodega" userId="3bba64922e12e504" providerId="LiveId" clId="{FCE255F8-CBB8-4542-831E-D6D637C6EA9A}" dt="2025-06-17T06:44:49.898" v="64" actId="14100"/>
            <ac:spMkLst>
              <pc:docMk/>
              <pc:sldMasterMk cId="2926898407" sldId="2147483648"/>
              <pc:sldLayoutMk cId="633906137" sldId="2147483650"/>
              <ac:spMk id="3" creationId="{134D3A9E-2FF9-AAD3-D371-3FD70B34892D}"/>
            </ac:spMkLst>
          </pc:spChg>
          <pc:spChg chg="add mod">
            <ac:chgData name="Pedro Bodega" userId="3bba64922e12e504" providerId="LiveId" clId="{FCE255F8-CBB8-4542-831E-D6D637C6EA9A}" dt="2025-06-17T09:14:45.803" v="157"/>
            <ac:spMkLst>
              <pc:docMk/>
              <pc:sldMasterMk cId="2926898407" sldId="2147483648"/>
              <pc:sldLayoutMk cId="633906137" sldId="2147483650"/>
              <ac:spMk id="4" creationId="{F080DF2D-B112-0F42-19DC-C05094C341FC}"/>
            </ac:spMkLst>
          </pc:spChg>
          <pc:spChg chg="del">
            <ac:chgData name="Pedro Bodega" userId="3bba64922e12e504" providerId="LiveId" clId="{FCE255F8-CBB8-4542-831E-D6D637C6EA9A}" dt="2025-06-17T09:14:45.589" v="156" actId="478"/>
            <ac:spMkLst>
              <pc:docMk/>
              <pc:sldMasterMk cId="2926898407" sldId="2147483648"/>
              <pc:sldLayoutMk cId="633906137" sldId="2147483650"/>
              <ac:spMk id="7" creationId="{F33427D5-57E4-8A5A-F51C-7E64109D43D0}"/>
            </ac:spMkLst>
          </pc:spChg>
        </pc:sldLayoutChg>
        <pc:sldLayoutChg chg="del">
          <pc:chgData name="Pedro Bodega" userId="3bba64922e12e504" providerId="LiveId" clId="{FCE255F8-CBB8-4542-831E-D6D637C6EA9A}" dt="2025-06-17T06:39:20.043" v="23" actId="2696"/>
          <pc:sldLayoutMkLst>
            <pc:docMk/>
            <pc:sldMasterMk cId="2926898407" sldId="2147483648"/>
            <pc:sldLayoutMk cId="3042520718" sldId="2147483651"/>
          </pc:sldLayoutMkLst>
        </pc:sldLayoutChg>
        <pc:sldLayoutChg chg="del">
          <pc:chgData name="Pedro Bodega" userId="3bba64922e12e504" providerId="LiveId" clId="{FCE255F8-CBB8-4542-831E-D6D637C6EA9A}" dt="2025-06-17T06:39:24.181" v="24" actId="2696"/>
          <pc:sldLayoutMkLst>
            <pc:docMk/>
            <pc:sldMasterMk cId="2926898407" sldId="2147483648"/>
            <pc:sldLayoutMk cId="1754044121" sldId="2147483652"/>
          </pc:sldLayoutMkLst>
        </pc:sldLayoutChg>
        <pc:sldLayoutChg chg="del">
          <pc:chgData name="Pedro Bodega" userId="3bba64922e12e504" providerId="LiveId" clId="{FCE255F8-CBB8-4542-831E-D6D637C6EA9A}" dt="2025-06-17T06:39:26.038" v="25" actId="2696"/>
          <pc:sldLayoutMkLst>
            <pc:docMk/>
            <pc:sldMasterMk cId="2926898407" sldId="2147483648"/>
            <pc:sldLayoutMk cId="2989313988" sldId="2147483653"/>
          </pc:sldLayoutMkLst>
        </pc:sldLayoutChg>
        <pc:sldLayoutChg chg="addSp delSp modSp mod">
          <pc:chgData name="Pedro Bodega" userId="3bba64922e12e504" providerId="LiveId" clId="{FCE255F8-CBB8-4542-831E-D6D637C6EA9A}" dt="2025-06-17T09:17:26.004" v="200" actId="478"/>
          <pc:sldLayoutMkLst>
            <pc:docMk/>
            <pc:sldMasterMk cId="2926898407" sldId="2147483648"/>
            <pc:sldLayoutMk cId="1607218514" sldId="2147483654"/>
          </pc:sldLayoutMkLst>
          <pc:spChg chg="mod">
            <ac:chgData name="Pedro Bodega" userId="3bba64922e12e504" providerId="LiveId" clId="{FCE255F8-CBB8-4542-831E-D6D637C6EA9A}" dt="2025-06-17T06:44:07.985" v="57" actId="2711"/>
            <ac:spMkLst>
              <pc:docMk/>
              <pc:sldMasterMk cId="2926898407" sldId="2147483648"/>
              <pc:sldLayoutMk cId="1607218514" sldId="2147483654"/>
              <ac:spMk id="2" creationId="{7BF85814-EEA1-691A-89DA-87BD12ABA5C5}"/>
            </ac:spMkLst>
          </pc:spChg>
          <pc:spChg chg="add del">
            <ac:chgData name="Pedro Bodega" userId="3bba64922e12e504" providerId="LiveId" clId="{FCE255F8-CBB8-4542-831E-D6D637C6EA9A}" dt="2025-06-17T09:17:26.004" v="200" actId="478"/>
            <ac:spMkLst>
              <pc:docMk/>
              <pc:sldMasterMk cId="2926898407" sldId="2147483648"/>
              <pc:sldLayoutMk cId="1607218514" sldId="2147483654"/>
              <ac:spMk id="3" creationId="{B3788F79-F5B8-245E-3EAD-737955E07952}"/>
            </ac:spMkLst>
          </pc:spChg>
          <pc:spChg chg="add del">
            <ac:chgData name="Pedro Bodega" userId="3bba64922e12e504" providerId="LiveId" clId="{FCE255F8-CBB8-4542-831E-D6D637C6EA9A}" dt="2025-06-17T09:17:25.966" v="199" actId="478"/>
            <ac:spMkLst>
              <pc:docMk/>
              <pc:sldMasterMk cId="2926898407" sldId="2147483648"/>
              <pc:sldLayoutMk cId="1607218514" sldId="2147483654"/>
              <ac:spMk id="4" creationId="{4F832E13-E7F2-B394-41F2-16E3BEC7B053}"/>
            </ac:spMkLst>
          </pc:spChg>
          <pc:spChg chg="add del mod">
            <ac:chgData name="Pedro Bodega" userId="3bba64922e12e504" providerId="LiveId" clId="{FCE255F8-CBB8-4542-831E-D6D637C6EA9A}" dt="2025-06-17T09:17:25.934" v="198" actId="478"/>
            <ac:spMkLst>
              <pc:docMk/>
              <pc:sldMasterMk cId="2926898407" sldId="2147483648"/>
              <pc:sldLayoutMk cId="1607218514" sldId="2147483654"/>
              <ac:spMk id="5" creationId="{68DD3BF9-4D49-93D3-EC89-BB2E24115864}"/>
            </ac:spMkLst>
          </pc:spChg>
          <pc:spChg chg="add mod">
            <ac:chgData name="Pedro Bodega" userId="3bba64922e12e504" providerId="LiveId" clId="{FCE255F8-CBB8-4542-831E-D6D637C6EA9A}" dt="2025-06-17T09:15:01.845" v="162"/>
            <ac:spMkLst>
              <pc:docMk/>
              <pc:sldMasterMk cId="2926898407" sldId="2147483648"/>
              <pc:sldLayoutMk cId="1607218514" sldId="2147483654"/>
              <ac:spMk id="6" creationId="{A0CC8CD2-EC36-0E82-8577-AF122B438E05}"/>
            </ac:spMkLst>
          </pc:spChg>
        </pc:sldLayoutChg>
        <pc:sldLayoutChg chg="addSp delSp modSp mod">
          <pc:chgData name="Pedro Bodega" userId="3bba64922e12e504" providerId="LiveId" clId="{FCE255F8-CBB8-4542-831E-D6D637C6EA9A}" dt="2025-06-17T09:17:26.124" v="203" actId="478"/>
          <pc:sldLayoutMkLst>
            <pc:docMk/>
            <pc:sldMasterMk cId="2926898407" sldId="2147483648"/>
            <pc:sldLayoutMk cId="3378534761" sldId="2147483655"/>
          </pc:sldLayoutMkLst>
          <pc:spChg chg="add del">
            <ac:chgData name="Pedro Bodega" userId="3bba64922e12e504" providerId="LiveId" clId="{FCE255F8-CBB8-4542-831E-D6D637C6EA9A}" dt="2025-06-17T09:17:26.124" v="203" actId="478"/>
            <ac:spMkLst>
              <pc:docMk/>
              <pc:sldMasterMk cId="2926898407" sldId="2147483648"/>
              <pc:sldLayoutMk cId="3378534761" sldId="2147483655"/>
              <ac:spMk id="2" creationId="{CD9A4FD0-A850-BD65-22DB-A9A03C08DE89}"/>
            </ac:spMkLst>
          </pc:spChg>
          <pc:spChg chg="add del">
            <ac:chgData name="Pedro Bodega" userId="3bba64922e12e504" providerId="LiveId" clId="{FCE255F8-CBB8-4542-831E-D6D637C6EA9A}" dt="2025-06-17T09:17:26.094" v="202" actId="478"/>
            <ac:spMkLst>
              <pc:docMk/>
              <pc:sldMasterMk cId="2926898407" sldId="2147483648"/>
              <pc:sldLayoutMk cId="3378534761" sldId="2147483655"/>
              <ac:spMk id="3" creationId="{799EFDC7-DCB1-A249-4A6B-AC7BCE777D0A}"/>
            </ac:spMkLst>
          </pc:spChg>
          <pc:spChg chg="add del">
            <ac:chgData name="Pedro Bodega" userId="3bba64922e12e504" providerId="LiveId" clId="{FCE255F8-CBB8-4542-831E-D6D637C6EA9A}" dt="2025-06-17T09:17:26.062" v="201" actId="478"/>
            <ac:spMkLst>
              <pc:docMk/>
              <pc:sldMasterMk cId="2926898407" sldId="2147483648"/>
              <pc:sldLayoutMk cId="3378534761" sldId="2147483655"/>
              <ac:spMk id="4" creationId="{133E6631-D6C5-6AA0-987B-26F7D39402F3}"/>
            </ac:spMkLst>
          </pc:spChg>
          <pc:spChg chg="add mod">
            <ac:chgData name="Pedro Bodega" userId="3bba64922e12e504" providerId="LiveId" clId="{FCE255F8-CBB8-4542-831E-D6D637C6EA9A}" dt="2025-06-17T09:15:08.571" v="166"/>
            <ac:spMkLst>
              <pc:docMk/>
              <pc:sldMasterMk cId="2926898407" sldId="2147483648"/>
              <pc:sldLayoutMk cId="3378534761" sldId="2147483655"/>
              <ac:spMk id="5" creationId="{2C42C6C7-FC59-BFEE-3FB4-775F447761B3}"/>
            </ac:spMkLst>
          </pc:spChg>
        </pc:sldLayoutChg>
        <pc:sldLayoutChg chg="addSp delSp modSp mod">
          <pc:chgData name="Pedro Bodega" userId="3bba64922e12e504" providerId="LiveId" clId="{FCE255F8-CBB8-4542-831E-D6D637C6EA9A}" dt="2025-06-17T09:17:26.403" v="210" actId="14100"/>
          <pc:sldLayoutMkLst>
            <pc:docMk/>
            <pc:sldMasterMk cId="2926898407" sldId="2147483648"/>
            <pc:sldLayoutMk cId="2242444973" sldId="2147483656"/>
          </pc:sldLayoutMkLst>
          <pc:spChg chg="mod">
            <ac:chgData name="Pedro Bodega" userId="3bba64922e12e504" providerId="LiveId" clId="{FCE255F8-CBB8-4542-831E-D6D637C6EA9A}" dt="2025-06-17T06:44:12.865" v="58" actId="2711"/>
            <ac:spMkLst>
              <pc:docMk/>
              <pc:sldMasterMk cId="2926898407" sldId="2147483648"/>
              <pc:sldLayoutMk cId="2242444973" sldId="2147483656"/>
              <ac:spMk id="2" creationId="{08F042CE-AEC4-0B95-2CD8-C9CA3425ABB8}"/>
            </ac:spMkLst>
          </pc:spChg>
          <pc:spChg chg="mod">
            <ac:chgData name="Pedro Bodega" userId="3bba64922e12e504" providerId="LiveId" clId="{FCE255F8-CBB8-4542-831E-D6D637C6EA9A}" dt="2025-06-17T06:44:18.098" v="60" actId="2711"/>
            <ac:spMkLst>
              <pc:docMk/>
              <pc:sldMasterMk cId="2926898407" sldId="2147483648"/>
              <pc:sldLayoutMk cId="2242444973" sldId="2147483656"/>
              <ac:spMk id="3" creationId="{39249842-922D-BADE-0C70-3492E829DCF7}"/>
            </ac:spMkLst>
          </pc:spChg>
          <pc:spChg chg="mod">
            <ac:chgData name="Pedro Bodega" userId="3bba64922e12e504" providerId="LiveId" clId="{FCE255F8-CBB8-4542-831E-D6D637C6EA9A}" dt="2025-06-17T06:44:15.175" v="59" actId="2711"/>
            <ac:spMkLst>
              <pc:docMk/>
              <pc:sldMasterMk cId="2926898407" sldId="2147483648"/>
              <pc:sldLayoutMk cId="2242444973" sldId="2147483656"/>
              <ac:spMk id="4" creationId="{F56A80C2-9F40-1A9E-FA8B-FF5ED21AA3FF}"/>
            </ac:spMkLst>
          </pc:spChg>
          <pc:spChg chg="add del mod">
            <ac:chgData name="Pedro Bodega" userId="3bba64922e12e504" providerId="LiveId" clId="{FCE255F8-CBB8-4542-831E-D6D637C6EA9A}" dt="2025-06-17T09:17:26.339" v="209" actId="478"/>
            <ac:spMkLst>
              <pc:docMk/>
              <pc:sldMasterMk cId="2926898407" sldId="2147483648"/>
              <pc:sldLayoutMk cId="2242444973" sldId="2147483656"/>
              <ac:spMk id="5" creationId="{9C52D22C-57DE-0014-155D-63C77F596EA3}"/>
            </ac:spMkLst>
          </pc:spChg>
          <pc:spChg chg="add del mod">
            <ac:chgData name="Pedro Bodega" userId="3bba64922e12e504" providerId="LiveId" clId="{FCE255F8-CBB8-4542-831E-D6D637C6EA9A}" dt="2025-06-17T09:17:26.279" v="207" actId="478"/>
            <ac:spMkLst>
              <pc:docMk/>
              <pc:sldMasterMk cId="2926898407" sldId="2147483648"/>
              <pc:sldLayoutMk cId="2242444973" sldId="2147483656"/>
              <ac:spMk id="6" creationId="{5A5E2F35-388E-D2E3-52C3-9F8891EAE1A8}"/>
            </ac:spMkLst>
          </pc:spChg>
          <pc:spChg chg="add del mod">
            <ac:chgData name="Pedro Bodega" userId="3bba64922e12e504" providerId="LiveId" clId="{FCE255F8-CBB8-4542-831E-D6D637C6EA9A}" dt="2025-06-17T09:17:26.214" v="205" actId="478"/>
            <ac:spMkLst>
              <pc:docMk/>
              <pc:sldMasterMk cId="2926898407" sldId="2147483648"/>
              <pc:sldLayoutMk cId="2242444973" sldId="2147483656"/>
              <ac:spMk id="7" creationId="{E0402C00-72FA-1C82-44D9-48DF23D3355F}"/>
            </ac:spMkLst>
          </pc:spChg>
          <pc:spChg chg="add mod">
            <ac:chgData name="Pedro Bodega" userId="3bba64922e12e504" providerId="LiveId" clId="{FCE255F8-CBB8-4542-831E-D6D637C6EA9A}" dt="2025-06-17T09:17:26.403" v="210" actId="14100"/>
            <ac:spMkLst>
              <pc:docMk/>
              <pc:sldMasterMk cId="2926898407" sldId="2147483648"/>
              <pc:sldLayoutMk cId="2242444973" sldId="2147483656"/>
              <ac:spMk id="8" creationId="{682D96EB-3484-2C98-69A6-631C192A6173}"/>
            </ac:spMkLst>
          </pc:spChg>
        </pc:sldLayoutChg>
        <pc:sldLayoutChg chg="del">
          <pc:chgData name="Pedro Bodega" userId="3bba64922e12e504" providerId="LiveId" clId="{FCE255F8-CBB8-4542-831E-D6D637C6EA9A}" dt="2025-06-17T06:40:47.181" v="46" actId="2696"/>
          <pc:sldLayoutMkLst>
            <pc:docMk/>
            <pc:sldMasterMk cId="2926898407" sldId="2147483648"/>
            <pc:sldLayoutMk cId="863320402" sldId="2147483657"/>
          </pc:sldLayoutMkLst>
        </pc:sldLayoutChg>
        <pc:sldLayoutChg chg="del">
          <pc:chgData name="Pedro Bodega" userId="3bba64922e12e504" providerId="LiveId" clId="{FCE255F8-CBB8-4542-831E-D6D637C6EA9A}" dt="2025-06-17T06:39:54.626" v="26" actId="2696"/>
          <pc:sldLayoutMkLst>
            <pc:docMk/>
            <pc:sldMasterMk cId="2926898407" sldId="2147483648"/>
            <pc:sldLayoutMk cId="3509374778" sldId="2147483658"/>
          </pc:sldLayoutMkLst>
        </pc:sldLayoutChg>
        <pc:sldLayoutChg chg="del">
          <pc:chgData name="Pedro Bodega" userId="3bba64922e12e504" providerId="LiveId" clId="{FCE255F8-CBB8-4542-831E-D6D637C6EA9A}" dt="2025-06-17T06:39:56.728" v="27" actId="2696"/>
          <pc:sldLayoutMkLst>
            <pc:docMk/>
            <pc:sldMasterMk cId="2926898407" sldId="2147483648"/>
            <pc:sldLayoutMk cId="4286838892" sldId="2147483659"/>
          </pc:sldLayoutMkLst>
        </pc:sldLayoutChg>
        <pc:sldLayoutChg chg="addSp delSp modSp mod modAnim">
          <pc:chgData name="Pedro Bodega" userId="3bba64922e12e504" providerId="LiveId" clId="{FCE255F8-CBB8-4542-831E-D6D637C6EA9A}" dt="2025-06-17T12:56:44.881" v="310" actId="12"/>
          <pc:sldLayoutMkLst>
            <pc:docMk/>
            <pc:sldMasterMk cId="2926898407" sldId="2147483648"/>
            <pc:sldLayoutMk cId="132295177" sldId="2147483660"/>
          </pc:sldLayoutMkLst>
          <pc:spChg chg="add mod">
            <ac:chgData name="Pedro Bodega" userId="3bba64922e12e504" providerId="LiveId" clId="{FCE255F8-CBB8-4542-831E-D6D637C6EA9A}" dt="2025-06-17T09:14:36.242" v="153"/>
            <ac:spMkLst>
              <pc:docMk/>
              <pc:sldMasterMk cId="2926898407" sldId="2147483648"/>
              <pc:sldLayoutMk cId="132295177" sldId="2147483660"/>
              <ac:spMk id="2" creationId="{BE43CE60-F632-2697-D3AA-4BA5075EEB07}"/>
            </ac:spMkLst>
          </pc:spChg>
          <pc:spChg chg="mod">
            <ac:chgData name="Pedro Bodega" userId="3bba64922e12e504" providerId="LiveId" clId="{FCE255F8-CBB8-4542-831E-D6D637C6EA9A}" dt="2025-06-17T12:56:44.881" v="310" actId="12"/>
            <ac:spMkLst>
              <pc:docMk/>
              <pc:sldMasterMk cId="2926898407" sldId="2147483648"/>
              <pc:sldLayoutMk cId="132295177" sldId="2147483660"/>
              <ac:spMk id="3" creationId="{134D3A9E-2FF9-AAD3-D371-3FD70B34892D}"/>
            </ac:spMkLst>
          </pc:spChg>
          <pc:spChg chg="add mod">
            <ac:chgData name="Pedro Bodega" userId="3bba64922e12e504" providerId="LiveId" clId="{FCE255F8-CBB8-4542-831E-D6D637C6EA9A}" dt="2025-06-17T09:14:40.072" v="155"/>
            <ac:spMkLst>
              <pc:docMk/>
              <pc:sldMasterMk cId="2926898407" sldId="2147483648"/>
              <pc:sldLayoutMk cId="132295177" sldId="2147483660"/>
              <ac:spMk id="4" creationId="{FB2B6084-388C-7E30-3AD9-76DBF0FA890C}"/>
            </ac:spMkLst>
          </pc:spChg>
          <pc:spChg chg="mod">
            <ac:chgData name="Pedro Bodega" userId="3bba64922e12e504" providerId="LiveId" clId="{FCE255F8-CBB8-4542-831E-D6D637C6EA9A}" dt="2025-06-17T06:38:40.461" v="20" actId="1076"/>
            <ac:spMkLst>
              <pc:docMk/>
              <pc:sldMasterMk cId="2926898407" sldId="2147483648"/>
              <pc:sldLayoutMk cId="132295177" sldId="2147483660"/>
              <ac:spMk id="6" creationId="{1720AA4E-B4A9-3584-3804-863D509D537F}"/>
            </ac:spMkLst>
          </pc:spChg>
          <pc:spChg chg="del mod">
            <ac:chgData name="Pedro Bodega" userId="3bba64922e12e504" providerId="LiveId" clId="{FCE255F8-CBB8-4542-831E-D6D637C6EA9A}" dt="2025-06-17T09:14:39.700" v="154" actId="478"/>
            <ac:spMkLst>
              <pc:docMk/>
              <pc:sldMasterMk cId="2926898407" sldId="2147483648"/>
              <pc:sldLayoutMk cId="132295177" sldId="2147483660"/>
              <ac:spMk id="7" creationId="{F33427D5-57E4-8A5A-F51C-7E64109D43D0}"/>
            </ac:spMkLst>
          </pc:spChg>
        </pc:sldLayoutChg>
        <pc:sldLayoutChg chg="modSp mod ord modAnim">
          <pc:chgData name="Pedro Bodega" userId="3bba64922e12e504" providerId="LiveId" clId="{FCE255F8-CBB8-4542-831E-D6D637C6EA9A}" dt="2025-06-17T12:55:56.810" v="279"/>
          <pc:sldLayoutMkLst>
            <pc:docMk/>
            <pc:sldMasterMk cId="2926898407" sldId="2147483648"/>
            <pc:sldLayoutMk cId="3662482452" sldId="2147483661"/>
          </pc:sldLayoutMkLst>
          <pc:spChg chg="mod">
            <ac:chgData name="Pedro Bodega" userId="3bba64922e12e504" providerId="LiveId" clId="{FCE255F8-CBB8-4542-831E-D6D637C6EA9A}" dt="2025-06-17T12:41:31.213" v="220" actId="14100"/>
            <ac:spMkLst>
              <pc:docMk/>
              <pc:sldMasterMk cId="2926898407" sldId="2147483648"/>
              <pc:sldLayoutMk cId="3662482452" sldId="2147483661"/>
              <ac:spMk id="3" creationId="{134D3A9E-2FF9-AAD3-D371-3FD70B34892D}"/>
            </ac:spMkLst>
          </pc:spChg>
          <pc:spChg chg="mod">
            <ac:chgData name="Pedro Bodega" userId="3bba64922e12e504" providerId="LiveId" clId="{FCE255F8-CBB8-4542-831E-D6D637C6EA9A}" dt="2025-06-17T06:38:35.755" v="18" actId="1076"/>
            <ac:spMkLst>
              <pc:docMk/>
              <pc:sldMasterMk cId="2926898407" sldId="2147483648"/>
              <pc:sldLayoutMk cId="3662482452" sldId="2147483661"/>
              <ac:spMk id="6" creationId="{1720AA4E-B4A9-3584-3804-863D509D537F}"/>
            </ac:spMkLst>
          </pc:spChg>
          <pc:spChg chg="mod">
            <ac:chgData name="Pedro Bodega" userId="3bba64922e12e504" providerId="LiveId" clId="{FCE255F8-CBB8-4542-831E-D6D637C6EA9A}" dt="2025-06-17T09:17:26.433" v="211" actId="14100"/>
            <ac:spMkLst>
              <pc:docMk/>
              <pc:sldMasterMk cId="2926898407" sldId="2147483648"/>
              <pc:sldLayoutMk cId="3662482452" sldId="2147483661"/>
              <ac:spMk id="7" creationId="{F33427D5-57E4-8A5A-F51C-7E64109D43D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2759151-A0CC-60A7-0698-E5C0434D03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a:extLst>
              <a:ext uri="{FF2B5EF4-FFF2-40B4-BE49-F238E27FC236}">
                <a16:creationId xmlns:a16="http://schemas.microsoft.com/office/drawing/2014/main" id="{5632B9B3-5283-CEC4-D3EE-2D8A1E61C9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1E9FF3-642A-42DA-AFEC-C2B720F81507}" type="datetimeFigureOut">
              <a:rPr lang="es-ES" smtClean="0"/>
              <a:t>21/05/2026</a:t>
            </a:fld>
            <a:endParaRPr lang="es-ES"/>
          </a:p>
        </p:txBody>
      </p:sp>
      <p:sp>
        <p:nvSpPr>
          <p:cNvPr id="4" name="Footer Placeholder 3">
            <a:extLst>
              <a:ext uri="{FF2B5EF4-FFF2-40B4-BE49-F238E27FC236}">
                <a16:creationId xmlns:a16="http://schemas.microsoft.com/office/drawing/2014/main" id="{2103A9FD-587B-FE53-B74A-E5C317DC89F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Slide Number Placeholder 4">
            <a:extLst>
              <a:ext uri="{FF2B5EF4-FFF2-40B4-BE49-F238E27FC236}">
                <a16:creationId xmlns:a16="http://schemas.microsoft.com/office/drawing/2014/main" id="{D9BDBFEC-D5DA-5A37-100C-3942A26198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F1F0D0-AE29-4713-8EAD-81A8102B9BDF}" type="slidenum">
              <a:rPr lang="es-ES" smtClean="0"/>
              <a:t>‹#›</a:t>
            </a:fld>
            <a:endParaRPr lang="es-ES"/>
          </a:p>
        </p:txBody>
      </p:sp>
    </p:spTree>
    <p:extLst>
      <p:ext uri="{BB962C8B-B14F-4D97-AF65-F5344CB8AC3E}">
        <p14:creationId xmlns:p14="http://schemas.microsoft.com/office/powerpoint/2010/main" val="3903905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E5ACAF-AC80-449F-9A8C-4128475DA0F9}" type="datetimeFigureOut">
              <a:rPr lang="es-ES" smtClean="0"/>
              <a:t>21/05/2026</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CFC139-A7B8-4C33-AD47-3B632275E50C}" type="slidenum">
              <a:rPr lang="es-ES" smtClean="0"/>
              <a:t>‹#›</a:t>
            </a:fld>
            <a:endParaRPr lang="es-ES"/>
          </a:p>
        </p:txBody>
      </p:sp>
    </p:spTree>
    <p:extLst>
      <p:ext uri="{BB962C8B-B14F-4D97-AF65-F5344CB8AC3E}">
        <p14:creationId xmlns:p14="http://schemas.microsoft.com/office/powerpoint/2010/main" val="4273871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Objetivos de la semana. Recordar a la audiencia que hubo reunión con Tobe sensei, hay tres cosas que él pidió mejorar, y por encima nosotros metimos un cambio grande en la arquitectura de percepción: ya no dependemos solo de OWL, ahora son tres fuentes y se fusionan.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semana tuve la reunión con Tobe sensei. Me dijo tres cosas que vale la pena tener en cuenta. La primera, qué aporta esto en research. Le contesté que el zero-shot — funcionar en cualquier supermercado sin fine-tuning específico — es justo el aporte. Él pidió ver un test in the wild, supermercado real, no posters. La segunda, que la persona todavía tiene que llegar hasta la estantería. Le dije que CAVA es una adición, no reemplaza al bastón o al perro guía. Y con el VLM de escena vamos a dar más contexto de sección y de pasillo. La tercera, que cómo sabe el usuario que el producto que coge es el correcto. La idea por ahora: que muestre el producto a la cámara y un VLM lo verifique. Pero quedan preguntas abiertas, sobre todo latencia.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tres</a:t>
            </a:r>
            <a:r>
              <a:rPr dirty="0"/>
              <a:t> </a:t>
            </a:r>
            <a:r>
              <a:rPr dirty="0" err="1"/>
              <a:t>fuentes</a:t>
            </a:r>
            <a:r>
              <a:rPr dirty="0"/>
              <a:t> </a:t>
            </a:r>
            <a:r>
              <a:rPr dirty="0" err="1"/>
              <a:t>en</a:t>
            </a:r>
            <a:r>
              <a:rPr dirty="0"/>
              <a:t> </a:t>
            </a:r>
            <a:r>
              <a:rPr dirty="0" err="1"/>
              <a:t>paralelo</a:t>
            </a:r>
            <a:r>
              <a:rPr dirty="0"/>
              <a:t>. OWL </a:t>
            </a:r>
            <a:r>
              <a:rPr dirty="0" err="1"/>
              <a:t>rápido</a:t>
            </a:r>
            <a:r>
              <a:rPr dirty="0"/>
              <a:t> </a:t>
            </a:r>
            <a:r>
              <a:rPr dirty="0" err="1"/>
              <a:t>en</a:t>
            </a:r>
            <a:r>
              <a:rPr dirty="0"/>
              <a:t> </a:t>
            </a:r>
            <a:r>
              <a:rPr dirty="0" err="1"/>
              <a:t>el</a:t>
            </a:r>
            <a:r>
              <a:rPr dirty="0"/>
              <a:t> PC, OCR para </a:t>
            </a:r>
            <a:r>
              <a:rPr dirty="0" err="1"/>
              <a:t>texto</a:t>
            </a:r>
            <a:r>
              <a:rPr dirty="0"/>
              <a:t>/</a:t>
            </a:r>
            <a:r>
              <a:rPr dirty="0" err="1"/>
              <a:t>marca</a:t>
            </a:r>
            <a:r>
              <a:rPr dirty="0"/>
              <a:t>, y un VLM de OpenAI que </a:t>
            </a:r>
            <a:r>
              <a:rPr dirty="0" err="1"/>
              <a:t>mira</a:t>
            </a:r>
            <a:r>
              <a:rPr dirty="0"/>
              <a:t> la </a:t>
            </a:r>
            <a:r>
              <a:rPr dirty="0" err="1"/>
              <a:t>escena</a:t>
            </a:r>
            <a:r>
              <a:rPr dirty="0"/>
              <a:t> entera </a:t>
            </a:r>
            <a:r>
              <a:rPr dirty="0" err="1"/>
              <a:t>cada</a:t>
            </a:r>
            <a:r>
              <a:rPr dirty="0"/>
              <a:t> 5 </a:t>
            </a:r>
            <a:r>
              <a:rPr dirty="0" err="1"/>
              <a:t>segundos</a:t>
            </a:r>
            <a:r>
              <a:rPr dirty="0"/>
              <a:t>. Las </a:t>
            </a:r>
            <a:r>
              <a:rPr dirty="0" err="1"/>
              <a:t>tres</a:t>
            </a:r>
            <a:r>
              <a:rPr dirty="0"/>
              <a:t> </a:t>
            </a:r>
            <a:r>
              <a:rPr dirty="0" err="1"/>
              <a:t>meten</a:t>
            </a:r>
            <a:r>
              <a:rPr dirty="0"/>
              <a:t> </a:t>
            </a:r>
            <a:r>
              <a:rPr dirty="0" err="1"/>
              <a:t>evidencia</a:t>
            </a:r>
            <a:r>
              <a:rPr dirty="0"/>
              <a:t> </a:t>
            </a:r>
            <a:r>
              <a:rPr dirty="0" err="1"/>
              <a:t>en</a:t>
            </a:r>
            <a:r>
              <a:rPr dirty="0"/>
              <a:t> un belief store con timestamp. De </a:t>
            </a:r>
            <a:r>
              <a:rPr dirty="0" err="1"/>
              <a:t>ahí</a:t>
            </a:r>
            <a:r>
              <a:rPr dirty="0"/>
              <a:t> </a:t>
            </a:r>
            <a:r>
              <a:rPr dirty="0" err="1"/>
              <a:t>salen</a:t>
            </a:r>
            <a:r>
              <a:rPr dirty="0"/>
              <a:t> los </a:t>
            </a:r>
            <a:r>
              <a:rPr dirty="0" err="1"/>
              <a:t>predicados</a:t>
            </a:r>
            <a:r>
              <a:rPr dirty="0"/>
              <a:t> — </a:t>
            </a:r>
            <a:r>
              <a:rPr dirty="0" err="1"/>
              <a:t>TargetSeen</a:t>
            </a:r>
            <a:r>
              <a:rPr dirty="0"/>
              <a:t>, </a:t>
            </a:r>
            <a:r>
              <a:rPr dirty="0" err="1"/>
              <a:t>SceneSectionLikely</a:t>
            </a:r>
            <a:r>
              <a:rPr dirty="0"/>
              <a:t>, </a:t>
            </a:r>
            <a:r>
              <a:rPr dirty="0" err="1"/>
              <a:t>HazardVisible</a:t>
            </a:r>
            <a:r>
              <a:rPr dirty="0"/>
              <a:t> — y la </a:t>
            </a:r>
            <a:r>
              <a:rPr dirty="0" err="1"/>
              <a:t>voz</a:t>
            </a:r>
            <a:r>
              <a:rPr dirty="0"/>
              <a:t> se decide con </a:t>
            </a:r>
            <a:r>
              <a:rPr dirty="0" err="1"/>
              <a:t>una</a:t>
            </a:r>
            <a:r>
              <a:rPr dirty="0"/>
              <a:t> </a:t>
            </a:r>
            <a:r>
              <a:rPr dirty="0" err="1"/>
              <a:t>política</a:t>
            </a:r>
            <a:r>
              <a:rPr dirty="0"/>
              <a:t> de </a:t>
            </a:r>
            <a:r>
              <a:rPr dirty="0" err="1"/>
              <a:t>prioridad</a:t>
            </a:r>
            <a:r>
              <a:rPr dirty="0"/>
              <a:t> y cooldowns. La </a:t>
            </a:r>
            <a:r>
              <a:rPr dirty="0" err="1"/>
              <a:t>voz</a:t>
            </a:r>
            <a:r>
              <a:rPr dirty="0"/>
              <a:t> </a:t>
            </a:r>
            <a:r>
              <a:rPr dirty="0" err="1"/>
              <a:t>nunca</a:t>
            </a:r>
            <a:r>
              <a:rPr dirty="0"/>
              <a:t> </a:t>
            </a:r>
            <a:r>
              <a:rPr dirty="0" err="1"/>
              <a:t>habla</a:t>
            </a:r>
            <a:r>
              <a:rPr dirty="0"/>
              <a:t> </a:t>
            </a:r>
            <a:r>
              <a:rPr dirty="0" err="1"/>
              <a:t>directamente</a:t>
            </a:r>
            <a:r>
              <a:rPr dirty="0"/>
              <a:t> </a:t>
            </a:r>
            <a:r>
              <a:rPr dirty="0" err="1"/>
              <a:t>desde</a:t>
            </a:r>
            <a:r>
              <a:rPr dirty="0"/>
              <a:t> OWL o VLM, </a:t>
            </a:r>
            <a:r>
              <a:rPr dirty="0" err="1"/>
              <a:t>siempre</a:t>
            </a:r>
            <a:r>
              <a:rPr dirty="0"/>
              <a:t> </a:t>
            </a:r>
            <a:r>
              <a:rPr dirty="0" err="1"/>
              <a:t>desde</a:t>
            </a:r>
            <a:r>
              <a:rPr dirty="0"/>
              <a:t> la </a:t>
            </a:r>
            <a:r>
              <a:rPr dirty="0" err="1"/>
              <a:t>política</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Comparé tres modelos de OpenAI contra las 24 fotos del eval, preguntando por los 158 positivos uno a uno. El nano se queda en 29% de recall, es inservible para nuestro caso — falla mucho con productos pequeños o de marca. El mini sube a 85.4%, casi el triple, y es donde está el sweet spot. El grande, gpt-5.4, llega a 97.5%, pero a un coste 3 veces mayor por imagen y con más latencia. Para una llamada cada 5 segundos en producción, mini es lo razonable. El prompt que le mando le pide JSON con summary, environment — donde miramos si estamos en una tienda, si vemos estantes, qué sección parece —, target — likely present, exact visible, section match —, cues, hazards y quality.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TargetSeen es el predicado que dice si hemos encontrado el producto. Se construye fusionando cuatro entradas: el score de OWL del PC, el OCR si lee algo del nombre o la marca, lo que el VLM cree del target, y si el VLM dice que estamos en la sección correcta. La idea es que OWL fuerte puede activarlo casi solo, pero si OWL es borderline necesita apoyo del VLM o de la sección. Hay histeresis para que no parpadee: enciende a 0.60, apaga a 0.45, y aguanta 700 ms. Y crítico: cada evidencia trae el timestamp del frame original. Si es más antigua de 4 segundos, no cuenta — esto resuelve el bug del VLM viendo patatas hace dos horas y todavía apoyando.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slide explica dos cosas: la prioridad de la voz y la regla de frescura. Empezamos por arriba: el diagrama tiene tres carriles, uno por modelo. OWL tarda unos 600 milisegundos por inferencia, hace muchas en una ventana de 4 segundos. OCR es muy rápido, unos 200 ms. El VLM es lento, dos segundos por llamada, y solo lo lanzamos cada 5 segundos. </a:t>
            </a:r>
          </a:p>
          <a:p>
            <a:endParaRPr/>
          </a:p>
          <a:p>
            <a:r>
              <a:t>Lo importante: cada evidencia lleva el timestamp del FRAME ORIGINAL, no del momento en que llega. Mira el ejemplo del VLM: el primer caso captura el frame en t=1.5 segundos, el resultado llega a t=3.5 — PARECE fresco porque acaba de llegar. Pero el frame es de hace 6.5 segundos respecto a ahora. STALE. Lo descartamos. El segundo VLM captura en t=5.0 y llega a t=7.0; ese sí cuenta, frame age 3 segundos.</a:t>
            </a:r>
          </a:p>
          <a:p>
            <a:endParaRPr/>
          </a:p>
          <a:p>
            <a:r>
              <a:t>Abajo a la izquierda, la prioridad de la voz: peligro siempre rompe todo, luego guía al producto, luego maybe target con tono cauto, y al final contexto de sección. Cada nivel tiene cooldown — si está guiando al producto no menciona la sección aunque cambie.</a:t>
            </a:r>
          </a:p>
          <a:p>
            <a:endParaRPr/>
          </a:p>
          <a:p>
            <a:r>
              <a:t>A la derecha, la regla que rige todo: solo hablamos con evidencia capturada en los últimos 4 segundos. Punto.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Próxima semana: en orden de importancia. Primero, el in-the-wild que pidió Tobe — necesito una sesión real con las gafas en un super y comparar con el lab. Segundo, el prototipo de pickup verification que también salió de la reunión: OCR del producto en la mano, y si no basta, VLM. Tercero, escribir un one-pager con el argumento de novedad de research, para la próxima reunión con él. Cuarto, ver si el periodo de 5 segundos del VLM aguanta el ritmo del usuario o hay que bajarlo. Y quinto, evaluar OCR sobre la etiqueta del producto como una evidencia barata que pueda evitar invocar al verifier VLM tan a menudo.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 miramos producto por producto, mini consigue 100% en siete: apple, banana, cheese, eggs, milk, pineapple y yogurt. Falla más en lettuce, que se confunde con espinaca o acelga, en pepper que tiene muchas variedades, y en fanta y orange juice que pueden parecerse entre sí. Es el mismo patrón que vimos la semana pasada con OWL — los productos compuestos y las marcas son los duros.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6380E11-F245-9220-A229-BCC89DB72A07}"/>
              </a:ext>
            </a:extLst>
          </p:cNvPr>
          <p:cNvSpPr>
            <a:spLocks noGrp="1"/>
          </p:cNvSpPr>
          <p:nvPr>
            <p:ph type="title" hasCustomPrompt="1"/>
          </p:nvPr>
        </p:nvSpPr>
        <p:spPr>
          <a:xfrm>
            <a:off x="6546614" y="6074866"/>
            <a:ext cx="1721458" cy="482800"/>
          </a:xfrm>
        </p:spPr>
        <p:txBody>
          <a:bodyPr>
            <a:normAutofit/>
          </a:bodyPr>
          <a:lstStyle>
            <a:lvl1pPr algn="ctr">
              <a:defRPr sz="2000">
                <a:latin typeface="Calibri Light" panose="020F0302020204030204" pitchFamily="34" charset="0"/>
                <a:ea typeface="Calibri Light" panose="020F0302020204030204" pitchFamily="34" charset="0"/>
                <a:cs typeface="Calibri Light" panose="020F0302020204030204" pitchFamily="34" charset="0"/>
              </a:defRPr>
            </a:lvl1pPr>
          </a:lstStyle>
          <a:p>
            <a:r>
              <a:rPr lang="en-GB" dirty="0"/>
              <a:t>yyyy/mm/dd</a:t>
            </a:r>
            <a:endParaRPr lang="es-ES" dirty="0"/>
          </a:p>
        </p:txBody>
      </p:sp>
      <p:sp>
        <p:nvSpPr>
          <p:cNvPr id="11" name="Rectangle 10">
            <a:extLst>
              <a:ext uri="{FF2B5EF4-FFF2-40B4-BE49-F238E27FC236}">
                <a16:creationId xmlns:a16="http://schemas.microsoft.com/office/drawing/2014/main" id="{D6EA3197-4593-1848-21CB-6B37CFF612C1}"/>
              </a:ext>
            </a:extLst>
          </p:cNvPr>
          <p:cNvSpPr/>
          <p:nvPr userDrawn="1"/>
        </p:nvSpPr>
        <p:spPr>
          <a:xfrm>
            <a:off x="4118776" y="0"/>
            <a:ext cx="2202512" cy="3371353"/>
          </a:xfrm>
          <a:prstGeom prst="rect">
            <a:avLst/>
          </a:prstGeom>
          <a:solidFill>
            <a:srgbClr val="226C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angle 11">
            <a:extLst>
              <a:ext uri="{FF2B5EF4-FFF2-40B4-BE49-F238E27FC236}">
                <a16:creationId xmlns:a16="http://schemas.microsoft.com/office/drawing/2014/main" id="{C21A3DDD-27CF-4CF2-1DB6-BCF0C3A22364}"/>
              </a:ext>
            </a:extLst>
          </p:cNvPr>
          <p:cNvSpPr/>
          <p:nvPr userDrawn="1"/>
        </p:nvSpPr>
        <p:spPr>
          <a:xfrm>
            <a:off x="1820185" y="3499568"/>
            <a:ext cx="2202512" cy="3358432"/>
          </a:xfrm>
          <a:prstGeom prst="rect">
            <a:avLst/>
          </a:prstGeom>
          <a:solidFill>
            <a:srgbClr val="226C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TextBox 13">
            <a:extLst>
              <a:ext uri="{FF2B5EF4-FFF2-40B4-BE49-F238E27FC236}">
                <a16:creationId xmlns:a16="http://schemas.microsoft.com/office/drawing/2014/main" id="{19953585-E263-6002-AC25-41689F4949D5}"/>
              </a:ext>
            </a:extLst>
          </p:cNvPr>
          <p:cNvSpPr txBox="1"/>
          <p:nvPr userDrawn="1"/>
        </p:nvSpPr>
        <p:spPr>
          <a:xfrm>
            <a:off x="4118776" y="2226365"/>
            <a:ext cx="2202512" cy="323165"/>
          </a:xfrm>
          <a:prstGeom prst="rect">
            <a:avLst/>
          </a:prstGeom>
          <a:noFill/>
        </p:spPr>
        <p:txBody>
          <a:bodyPr wrap="square" rtlCol="0">
            <a:spAutoFit/>
          </a:bodyPr>
          <a:lstStyle/>
          <a:p>
            <a:r>
              <a:rPr lang="es-ES" sz="15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Aoyama Gakuin University</a:t>
            </a:r>
          </a:p>
        </p:txBody>
      </p:sp>
      <p:sp>
        <p:nvSpPr>
          <p:cNvPr id="15" name="TextBox 14">
            <a:extLst>
              <a:ext uri="{FF2B5EF4-FFF2-40B4-BE49-F238E27FC236}">
                <a16:creationId xmlns:a16="http://schemas.microsoft.com/office/drawing/2014/main" id="{506B4650-AFAC-BE3D-8352-D0EB1056FFC6}"/>
              </a:ext>
            </a:extLst>
          </p:cNvPr>
          <p:cNvSpPr txBox="1"/>
          <p:nvPr userDrawn="1"/>
        </p:nvSpPr>
        <p:spPr>
          <a:xfrm>
            <a:off x="1820185" y="4557988"/>
            <a:ext cx="2202513" cy="86177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solidFill>
                  <a:schemeClr val="bg1"/>
                </a:solidFill>
                <a:effectLst/>
                <a:latin typeface="メイリオ" panose="020B0604030504040204" pitchFamily="34" charset="-128"/>
                <a:ea typeface="メイリオ" panose="020B0604030504040204" pitchFamily="34" charset="-128"/>
              </a:rPr>
              <a:t>Wearable Environment and Information Systems Laboratory</a:t>
            </a:r>
          </a:p>
          <a:p>
            <a:pPr algn="ctr"/>
            <a:endParaRPr lang="es-ES" sz="1400" dirty="0"/>
          </a:p>
        </p:txBody>
      </p:sp>
      <p:sp>
        <p:nvSpPr>
          <p:cNvPr id="16" name="Rectangle 15">
            <a:extLst>
              <a:ext uri="{FF2B5EF4-FFF2-40B4-BE49-F238E27FC236}">
                <a16:creationId xmlns:a16="http://schemas.microsoft.com/office/drawing/2014/main" id="{AEA1DF8F-6E40-3097-5D48-239400095E59}"/>
              </a:ext>
            </a:extLst>
          </p:cNvPr>
          <p:cNvSpPr/>
          <p:nvPr userDrawn="1"/>
        </p:nvSpPr>
        <p:spPr>
          <a:xfrm>
            <a:off x="0" y="1523810"/>
            <a:ext cx="4022697" cy="1834622"/>
          </a:xfrm>
          <a:prstGeom prst="rect">
            <a:avLst/>
          </a:prstGeom>
          <a:noFill/>
          <a:ln>
            <a:solidFill>
              <a:srgbClr val="133D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Title 9">
            <a:extLst>
              <a:ext uri="{FF2B5EF4-FFF2-40B4-BE49-F238E27FC236}">
                <a16:creationId xmlns:a16="http://schemas.microsoft.com/office/drawing/2014/main" id="{60B38BD4-F820-C6DA-ED54-9134FB826459}"/>
              </a:ext>
            </a:extLst>
          </p:cNvPr>
          <p:cNvSpPr txBox="1">
            <a:spLocks/>
          </p:cNvSpPr>
          <p:nvPr userDrawn="1"/>
        </p:nvSpPr>
        <p:spPr>
          <a:xfrm>
            <a:off x="6096000" y="5107466"/>
            <a:ext cx="2622687" cy="62459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stStyle>
          <a:p>
            <a:pPr algn="ctr"/>
            <a:r>
              <a:rPr lang="en-GB" sz="3600" dirty="0"/>
              <a:t>Lab meeting</a:t>
            </a:r>
          </a:p>
          <a:p>
            <a:pPr algn="ctr"/>
            <a:r>
              <a:rPr lang="en-GB" sz="2400" dirty="0"/>
              <a:t>Pedro Bodega</a:t>
            </a:r>
            <a:endParaRPr lang="es-ES" sz="2000" dirty="0"/>
          </a:p>
        </p:txBody>
      </p:sp>
      <p:pic>
        <p:nvPicPr>
          <p:cNvPr id="19" name="Picture 18">
            <a:extLst>
              <a:ext uri="{FF2B5EF4-FFF2-40B4-BE49-F238E27FC236}">
                <a16:creationId xmlns:a16="http://schemas.microsoft.com/office/drawing/2014/main" id="{6DD53A77-8C04-7750-3E34-586DE177DACC}"/>
              </a:ext>
            </a:extLst>
          </p:cNvPr>
          <p:cNvPicPr>
            <a:picLocks noChangeAspect="1"/>
          </p:cNvPicPr>
          <p:nvPr userDrawn="1"/>
        </p:nvPicPr>
        <p:blipFill>
          <a:blip r:embed="rId2">
            <a:duotone>
              <a:schemeClr val="accent3">
                <a:shade val="45000"/>
                <a:satMod val="135000"/>
              </a:schemeClr>
              <a:prstClr val="white"/>
            </a:duotone>
          </a:blip>
          <a:stretch>
            <a:fillRect/>
          </a:stretch>
        </p:blipFill>
        <p:spPr>
          <a:xfrm>
            <a:off x="10791989" y="5573540"/>
            <a:ext cx="984126" cy="984126"/>
          </a:xfrm>
          <a:prstGeom prst="rect">
            <a:avLst/>
          </a:prstGeom>
        </p:spPr>
      </p:pic>
      <p:sp>
        <p:nvSpPr>
          <p:cNvPr id="21" name="TextBox 20">
            <a:extLst>
              <a:ext uri="{FF2B5EF4-FFF2-40B4-BE49-F238E27FC236}">
                <a16:creationId xmlns:a16="http://schemas.microsoft.com/office/drawing/2014/main" id="{5A58D6B4-56F9-409C-9193-4F5069DF34CC}"/>
              </a:ext>
            </a:extLst>
          </p:cNvPr>
          <p:cNvSpPr txBox="1"/>
          <p:nvPr userDrawn="1"/>
        </p:nvSpPr>
        <p:spPr>
          <a:xfrm>
            <a:off x="4118776" y="3500349"/>
            <a:ext cx="6631387" cy="1077218"/>
          </a:xfrm>
          <a:prstGeom prst="rect">
            <a:avLst/>
          </a:prstGeom>
          <a:ln>
            <a:solidFill>
              <a:srgbClr val="133D24"/>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3200" dirty="0">
                <a:latin typeface="Calibri Light" panose="020F0302020204030204" pitchFamily="34" charset="0"/>
                <a:ea typeface="Calibri Light" panose="020F0302020204030204" pitchFamily="34" charset="0"/>
                <a:cs typeface="Calibri Light" panose="020F0302020204030204" pitchFamily="34" charset="0"/>
              </a:rPr>
              <a:t>COMPREHENSIVE VISUAL ASSISTANCE ENABLED BY AN AI WEARABLE SYSTEM</a:t>
            </a:r>
          </a:p>
        </p:txBody>
      </p:sp>
      <p:pic>
        <p:nvPicPr>
          <p:cNvPr id="1028" name="Picture 4" descr="Aoyama Gakuin University - Wikipedia">
            <a:extLst>
              <a:ext uri="{FF2B5EF4-FFF2-40B4-BE49-F238E27FC236}">
                <a16:creationId xmlns:a16="http://schemas.microsoft.com/office/drawing/2014/main" id="{EC594892-7F52-AC8B-E9EE-D2240B1AF560}"/>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2363516" y="1642533"/>
            <a:ext cx="1346426" cy="1609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646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bjectiv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4D3A9E-2FF9-AAD3-D371-3FD70B34892D}"/>
              </a:ext>
            </a:extLst>
          </p:cNvPr>
          <p:cNvSpPr>
            <a:spLocks noGrp="1"/>
          </p:cNvSpPr>
          <p:nvPr>
            <p:ph idx="1" hasCustomPrompt="1"/>
          </p:nvPr>
        </p:nvSpPr>
        <p:spPr>
          <a:xfrm>
            <a:off x="838200" y="1825625"/>
            <a:ext cx="9982200" cy="3937000"/>
          </a:xfrm>
        </p:spPr>
        <p:txBody>
          <a:bodyPr>
            <a:normAutofit/>
          </a:bodyPr>
          <a:lstStyle>
            <a:lvl1pPr marL="571500" indent="-571500">
              <a:lnSpc>
                <a:spcPct val="150000"/>
              </a:lnSpc>
              <a:buFont typeface="Courier New" panose="02070309020205020404" pitchFamily="49" charset="0"/>
              <a:buChar char="o"/>
              <a:defRPr sz="4000">
                <a:latin typeface="Calibri Light" panose="020F0302020204030204" pitchFamily="34" charset="0"/>
                <a:ea typeface="Calibri Light" panose="020F0302020204030204" pitchFamily="34" charset="0"/>
                <a:cs typeface="Calibri Light" panose="020F0302020204030204" pitchFamily="34" charset="0"/>
              </a:defRPr>
            </a:lvl1pPr>
            <a:lvl2pPr marL="457200" indent="0">
              <a:buNone/>
              <a:defRPr/>
            </a:lvl2pPr>
          </a:lstStyle>
          <a:p>
            <a:pPr lvl="0"/>
            <a:r>
              <a:rPr lang="es-ES" dirty="0" err="1"/>
              <a:t>Objective</a:t>
            </a:r>
            <a:r>
              <a:rPr lang="es-ES" dirty="0"/>
              <a:t> 1</a:t>
            </a:r>
          </a:p>
          <a:p>
            <a:pPr lvl="0"/>
            <a:r>
              <a:rPr lang="es-ES" dirty="0" err="1"/>
              <a:t>Objective</a:t>
            </a:r>
            <a:r>
              <a:rPr lang="es-ES" dirty="0"/>
              <a:t> 2</a:t>
            </a:r>
          </a:p>
          <a:p>
            <a:pPr lvl="0"/>
            <a:r>
              <a:rPr lang="es-ES" dirty="0" err="1"/>
              <a:t>Objective</a:t>
            </a:r>
            <a:r>
              <a:rPr lang="es-ES" dirty="0"/>
              <a:t> 3</a:t>
            </a:r>
          </a:p>
        </p:txBody>
      </p:sp>
      <p:sp>
        <p:nvSpPr>
          <p:cNvPr id="6" name="TextBox 5">
            <a:extLst>
              <a:ext uri="{FF2B5EF4-FFF2-40B4-BE49-F238E27FC236}">
                <a16:creationId xmlns:a16="http://schemas.microsoft.com/office/drawing/2014/main" id="{1720AA4E-B4A9-3584-3804-863D509D537F}"/>
              </a:ext>
            </a:extLst>
          </p:cNvPr>
          <p:cNvSpPr txBox="1"/>
          <p:nvPr userDrawn="1"/>
        </p:nvSpPr>
        <p:spPr>
          <a:xfrm>
            <a:off x="1203372" y="206552"/>
            <a:ext cx="4687957" cy="1107996"/>
          </a:xfrm>
          <a:prstGeom prst="rect">
            <a:avLst/>
          </a:prstGeom>
          <a:noFill/>
        </p:spPr>
        <p:txBody>
          <a:bodyPr wrap="square" rtlCol="0">
            <a:spAutoFit/>
          </a:bodyPr>
          <a:lstStyle/>
          <a:p>
            <a:r>
              <a:rPr lang="es-ES" sz="6600" dirty="0">
                <a:latin typeface="Calibri Light" panose="020F0302020204030204" pitchFamily="34" charset="0"/>
                <a:ea typeface="Calibri Light" panose="020F0302020204030204" pitchFamily="34" charset="0"/>
                <a:cs typeface="Calibri Light" panose="020F0302020204030204" pitchFamily="34" charset="0"/>
              </a:rPr>
              <a:t>Objectives</a:t>
            </a:r>
          </a:p>
        </p:txBody>
      </p:sp>
      <p:sp>
        <p:nvSpPr>
          <p:cNvPr id="4" name="Slide Number Placeholder 9">
            <a:extLst>
              <a:ext uri="{FF2B5EF4-FFF2-40B4-BE49-F238E27FC236}">
                <a16:creationId xmlns:a16="http://schemas.microsoft.com/office/drawing/2014/main" id="{FB2B6084-388C-7E30-3AD9-76DBF0FA890C}"/>
              </a:ext>
            </a:extLst>
          </p:cNvPr>
          <p:cNvSpPr>
            <a:spLocks noGrp="1"/>
          </p:cNvSpPr>
          <p:nvPr>
            <p:ph type="sldNum" sz="quarter" idx="4"/>
          </p:nvPr>
        </p:nvSpPr>
        <p:spPr>
          <a:xfrm>
            <a:off x="11309555" y="6354305"/>
            <a:ext cx="578303" cy="365125"/>
          </a:xfrm>
          <a:prstGeom prst="rect">
            <a:avLst/>
          </a:prstGeom>
        </p:spPr>
        <p:txBody>
          <a:bodyPr vert="horz" lIns="91440" tIns="45720" rIns="91440" bIns="45720" rtlCol="0" anchor="ctr"/>
          <a:lstStyle>
            <a:lvl1pPr algn="r">
              <a:defRPr sz="2400">
                <a:solidFill>
                  <a:schemeClr val="bg1"/>
                </a:solidFill>
                <a:latin typeface="Calibri Light" panose="020F0302020204030204" pitchFamily="34" charset="0"/>
                <a:ea typeface="Calibri Light" panose="020F0302020204030204" pitchFamily="34" charset="0"/>
                <a:cs typeface="Calibri Light" panose="020F0302020204030204" pitchFamily="34" charset="0"/>
              </a:defRPr>
            </a:lvl1pPr>
          </a:lstStyle>
          <a:p>
            <a:fld id="{8924E1A2-84D3-4C4C-BD0E-51C3B46507A6}" type="slidenum">
              <a:rPr lang="es-ES" smtClean="0"/>
              <a:pPr/>
              <a:t>‹#›</a:t>
            </a:fld>
            <a:endParaRPr lang="es-ES" dirty="0"/>
          </a:p>
        </p:txBody>
      </p:sp>
    </p:spTree>
    <p:extLst>
      <p:ext uri="{BB962C8B-B14F-4D97-AF65-F5344CB8AC3E}">
        <p14:creationId xmlns:p14="http://schemas.microsoft.com/office/powerpoint/2010/main" val="132295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DBEA-C2EE-C4A6-4B6F-B4A110325F0D}"/>
              </a:ext>
            </a:extLst>
          </p:cNvPr>
          <p:cNvSpPr>
            <a:spLocks noGrp="1"/>
          </p:cNvSpPr>
          <p:nvPr>
            <p:ph type="title"/>
          </p:nvPr>
        </p:nvSpPr>
        <p:spPr/>
        <p:txBody>
          <a:bodyPr/>
          <a:lstStyle>
            <a:lvl1pPr>
              <a:defRPr>
                <a:latin typeface="Calibri Light" panose="020F0302020204030204" pitchFamily="34" charset="0"/>
                <a:ea typeface="Calibri Light" panose="020F0302020204030204" pitchFamily="34" charset="0"/>
                <a:cs typeface="Calibri Light" panose="020F0302020204030204" pitchFamily="34" charset="0"/>
              </a:defRPr>
            </a:lvl1pPr>
          </a:lstStyle>
          <a:p>
            <a:r>
              <a:rPr lang="en-GB" dirty="0"/>
              <a:t>Click to edit Master title style</a:t>
            </a:r>
            <a:endParaRPr lang="es-ES" dirty="0"/>
          </a:p>
        </p:txBody>
      </p:sp>
      <p:sp>
        <p:nvSpPr>
          <p:cNvPr id="3" name="Content Placeholder 2">
            <a:extLst>
              <a:ext uri="{FF2B5EF4-FFF2-40B4-BE49-F238E27FC236}">
                <a16:creationId xmlns:a16="http://schemas.microsoft.com/office/drawing/2014/main" id="{134D3A9E-2FF9-AAD3-D371-3FD70B34892D}"/>
              </a:ext>
            </a:extLst>
          </p:cNvPr>
          <p:cNvSpPr>
            <a:spLocks noGrp="1"/>
          </p:cNvSpPr>
          <p:nvPr>
            <p:ph idx="1"/>
          </p:nvPr>
        </p:nvSpPr>
        <p:spPr>
          <a:xfrm>
            <a:off x="838200" y="1618891"/>
            <a:ext cx="10015330" cy="4249172"/>
          </a:xfrm>
        </p:spPr>
        <p:txBody>
          <a:bodyPr/>
          <a:lstStyle>
            <a:lvl1pPr>
              <a:defRPr>
                <a:latin typeface="Calibri Light" panose="020F0302020204030204" pitchFamily="34" charset="0"/>
                <a:ea typeface="Calibri Light" panose="020F0302020204030204" pitchFamily="34" charset="0"/>
                <a:cs typeface="Calibri Light" panose="020F0302020204030204" pitchFamily="34" charset="0"/>
              </a:defRPr>
            </a:lvl1pPr>
            <a:lvl2pPr>
              <a:defRPr>
                <a:latin typeface="Calibri Light" panose="020F0302020204030204" pitchFamily="34" charset="0"/>
                <a:ea typeface="Calibri Light" panose="020F0302020204030204" pitchFamily="34" charset="0"/>
                <a:cs typeface="Calibri Light" panose="020F0302020204030204" pitchFamily="34" charset="0"/>
              </a:defRPr>
            </a:lvl2pPr>
            <a:lvl3pPr>
              <a:defRPr>
                <a:latin typeface="Calibri Light" panose="020F0302020204030204" pitchFamily="34" charset="0"/>
                <a:ea typeface="Calibri Light" panose="020F0302020204030204" pitchFamily="34" charset="0"/>
                <a:cs typeface="Calibri Light" panose="020F0302020204030204" pitchFamily="34" charset="0"/>
              </a:defRPr>
            </a:lvl3pPr>
            <a:lvl4pPr>
              <a:defRPr>
                <a:latin typeface="Calibri Light" panose="020F0302020204030204" pitchFamily="34" charset="0"/>
                <a:ea typeface="Calibri Light" panose="020F0302020204030204" pitchFamily="34" charset="0"/>
                <a:cs typeface="Calibri Light" panose="020F0302020204030204" pitchFamily="34" charset="0"/>
              </a:defRPr>
            </a:lvl4pPr>
            <a:lvl5pPr>
              <a:defRPr>
                <a:latin typeface="Calibri Light" panose="020F0302020204030204" pitchFamily="34" charset="0"/>
                <a:ea typeface="Calibri Light" panose="020F0302020204030204" pitchFamily="34" charset="0"/>
                <a:cs typeface="Calibri Light" panose="020F030202020403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s-ES" dirty="0"/>
          </a:p>
        </p:txBody>
      </p:sp>
      <p:sp>
        <p:nvSpPr>
          <p:cNvPr id="4" name="Slide Number Placeholder 9">
            <a:extLst>
              <a:ext uri="{FF2B5EF4-FFF2-40B4-BE49-F238E27FC236}">
                <a16:creationId xmlns:a16="http://schemas.microsoft.com/office/drawing/2014/main" id="{F080DF2D-B112-0F42-19DC-C05094C341FC}"/>
              </a:ext>
            </a:extLst>
          </p:cNvPr>
          <p:cNvSpPr>
            <a:spLocks noGrp="1"/>
          </p:cNvSpPr>
          <p:nvPr>
            <p:ph type="sldNum" sz="quarter" idx="4"/>
          </p:nvPr>
        </p:nvSpPr>
        <p:spPr>
          <a:xfrm>
            <a:off x="11309555" y="6354305"/>
            <a:ext cx="578303" cy="365125"/>
          </a:xfrm>
          <a:prstGeom prst="rect">
            <a:avLst/>
          </a:prstGeom>
        </p:spPr>
        <p:txBody>
          <a:bodyPr vert="horz" lIns="91440" tIns="45720" rIns="91440" bIns="45720" rtlCol="0" anchor="ctr"/>
          <a:lstStyle>
            <a:lvl1pPr algn="r">
              <a:defRPr sz="2400">
                <a:solidFill>
                  <a:schemeClr val="bg1"/>
                </a:solidFill>
                <a:latin typeface="Calibri Light" panose="020F0302020204030204" pitchFamily="34" charset="0"/>
                <a:ea typeface="Calibri Light" panose="020F0302020204030204" pitchFamily="34" charset="0"/>
                <a:cs typeface="Calibri Light" panose="020F0302020204030204" pitchFamily="34" charset="0"/>
              </a:defRPr>
            </a:lvl1pPr>
          </a:lstStyle>
          <a:p>
            <a:fld id="{8924E1A2-84D3-4C4C-BD0E-51C3B46507A6}" type="slidenum">
              <a:rPr lang="es-ES" smtClean="0"/>
              <a:pPr/>
              <a:t>‹#›</a:t>
            </a:fld>
            <a:endParaRPr lang="es-ES" dirty="0"/>
          </a:p>
        </p:txBody>
      </p:sp>
    </p:spTree>
    <p:extLst>
      <p:ext uri="{BB962C8B-B14F-4D97-AF65-F5344CB8AC3E}">
        <p14:creationId xmlns:p14="http://schemas.microsoft.com/office/powerpoint/2010/main" val="633906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85814-EEA1-691A-89DA-87BD12ABA5C5}"/>
              </a:ext>
            </a:extLst>
          </p:cNvPr>
          <p:cNvSpPr>
            <a:spLocks noGrp="1"/>
          </p:cNvSpPr>
          <p:nvPr>
            <p:ph type="title"/>
          </p:nvPr>
        </p:nvSpPr>
        <p:spPr/>
        <p:txBody>
          <a:bodyPr/>
          <a:lstStyle>
            <a:lvl1pPr>
              <a:defRPr>
                <a:latin typeface="Calibri Light" panose="020F0302020204030204" pitchFamily="34" charset="0"/>
                <a:ea typeface="Calibri Light" panose="020F0302020204030204" pitchFamily="34" charset="0"/>
                <a:cs typeface="Calibri Light" panose="020F0302020204030204" pitchFamily="34" charset="0"/>
              </a:defRPr>
            </a:lvl1pPr>
          </a:lstStyle>
          <a:p>
            <a:r>
              <a:rPr lang="en-GB" dirty="0"/>
              <a:t>Click to edit Master title style</a:t>
            </a:r>
            <a:endParaRPr lang="es-ES" dirty="0"/>
          </a:p>
        </p:txBody>
      </p:sp>
      <p:sp>
        <p:nvSpPr>
          <p:cNvPr id="6" name="Slide Number Placeholder 9">
            <a:extLst>
              <a:ext uri="{FF2B5EF4-FFF2-40B4-BE49-F238E27FC236}">
                <a16:creationId xmlns:a16="http://schemas.microsoft.com/office/drawing/2014/main" id="{A0CC8CD2-EC36-0E82-8577-AF122B438E05}"/>
              </a:ext>
            </a:extLst>
          </p:cNvPr>
          <p:cNvSpPr>
            <a:spLocks noGrp="1"/>
          </p:cNvSpPr>
          <p:nvPr>
            <p:ph type="sldNum" sz="quarter" idx="4"/>
          </p:nvPr>
        </p:nvSpPr>
        <p:spPr>
          <a:xfrm>
            <a:off x="11309555" y="6354305"/>
            <a:ext cx="578303" cy="365125"/>
          </a:xfrm>
          <a:prstGeom prst="rect">
            <a:avLst/>
          </a:prstGeom>
        </p:spPr>
        <p:txBody>
          <a:bodyPr vert="horz" lIns="91440" tIns="45720" rIns="91440" bIns="45720" rtlCol="0" anchor="ctr"/>
          <a:lstStyle>
            <a:lvl1pPr algn="r">
              <a:defRPr sz="2400">
                <a:solidFill>
                  <a:schemeClr val="bg1"/>
                </a:solidFill>
                <a:latin typeface="Calibri Light" panose="020F0302020204030204" pitchFamily="34" charset="0"/>
                <a:ea typeface="Calibri Light" panose="020F0302020204030204" pitchFamily="34" charset="0"/>
                <a:cs typeface="Calibri Light" panose="020F0302020204030204" pitchFamily="34" charset="0"/>
              </a:defRPr>
            </a:lvl1pPr>
          </a:lstStyle>
          <a:p>
            <a:fld id="{8924E1A2-84D3-4C4C-BD0E-51C3B46507A6}" type="slidenum">
              <a:rPr lang="es-ES" smtClean="0"/>
              <a:pPr/>
              <a:t>‹#›</a:t>
            </a:fld>
            <a:endParaRPr lang="es-ES" dirty="0"/>
          </a:p>
        </p:txBody>
      </p:sp>
    </p:spTree>
    <p:extLst>
      <p:ext uri="{BB962C8B-B14F-4D97-AF65-F5344CB8AC3E}">
        <p14:creationId xmlns:p14="http://schemas.microsoft.com/office/powerpoint/2010/main" val="160721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9">
            <a:extLst>
              <a:ext uri="{FF2B5EF4-FFF2-40B4-BE49-F238E27FC236}">
                <a16:creationId xmlns:a16="http://schemas.microsoft.com/office/drawing/2014/main" id="{2C42C6C7-FC59-BFEE-3FB4-775F447761B3}"/>
              </a:ext>
            </a:extLst>
          </p:cNvPr>
          <p:cNvSpPr>
            <a:spLocks noGrp="1"/>
          </p:cNvSpPr>
          <p:nvPr>
            <p:ph type="sldNum" sz="quarter" idx="4"/>
          </p:nvPr>
        </p:nvSpPr>
        <p:spPr>
          <a:xfrm>
            <a:off x="11309555" y="6354305"/>
            <a:ext cx="578303" cy="365125"/>
          </a:xfrm>
          <a:prstGeom prst="rect">
            <a:avLst/>
          </a:prstGeom>
        </p:spPr>
        <p:txBody>
          <a:bodyPr vert="horz" lIns="91440" tIns="45720" rIns="91440" bIns="45720" rtlCol="0" anchor="ctr"/>
          <a:lstStyle>
            <a:lvl1pPr algn="r">
              <a:defRPr sz="2400">
                <a:solidFill>
                  <a:schemeClr val="bg1"/>
                </a:solidFill>
                <a:latin typeface="Calibri Light" panose="020F0302020204030204" pitchFamily="34" charset="0"/>
                <a:ea typeface="Calibri Light" panose="020F0302020204030204" pitchFamily="34" charset="0"/>
                <a:cs typeface="Calibri Light" panose="020F0302020204030204" pitchFamily="34" charset="0"/>
              </a:defRPr>
            </a:lvl1pPr>
          </a:lstStyle>
          <a:p>
            <a:fld id="{8924E1A2-84D3-4C4C-BD0E-51C3B46507A6}" type="slidenum">
              <a:rPr lang="es-ES" smtClean="0"/>
              <a:pPr/>
              <a:t>‹#›</a:t>
            </a:fld>
            <a:endParaRPr lang="es-ES" dirty="0"/>
          </a:p>
        </p:txBody>
      </p:sp>
    </p:spTree>
    <p:extLst>
      <p:ext uri="{BB962C8B-B14F-4D97-AF65-F5344CB8AC3E}">
        <p14:creationId xmlns:p14="http://schemas.microsoft.com/office/powerpoint/2010/main" val="3378534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042CE-AEC4-0B95-2CD8-C9CA3425ABB8}"/>
              </a:ext>
            </a:extLst>
          </p:cNvPr>
          <p:cNvSpPr>
            <a:spLocks noGrp="1"/>
          </p:cNvSpPr>
          <p:nvPr>
            <p:ph type="title"/>
          </p:nvPr>
        </p:nvSpPr>
        <p:spPr>
          <a:xfrm>
            <a:off x="838200" y="231223"/>
            <a:ext cx="6061944" cy="679878"/>
          </a:xfrm>
        </p:spPr>
        <p:txBody>
          <a:bodyPr anchor="b"/>
          <a:lstStyle>
            <a:lvl1pPr>
              <a:defRPr sz="3200">
                <a:latin typeface="Calibri Light" panose="020F0302020204030204" pitchFamily="34" charset="0"/>
                <a:ea typeface="Calibri Light" panose="020F0302020204030204" pitchFamily="34" charset="0"/>
                <a:cs typeface="Calibri Light" panose="020F0302020204030204" pitchFamily="34" charset="0"/>
              </a:defRPr>
            </a:lvl1pPr>
          </a:lstStyle>
          <a:p>
            <a:r>
              <a:rPr lang="en-GB" dirty="0"/>
              <a:t>Click to edit Master title style</a:t>
            </a:r>
            <a:endParaRPr lang="es-ES" dirty="0"/>
          </a:p>
        </p:txBody>
      </p:sp>
      <p:sp>
        <p:nvSpPr>
          <p:cNvPr id="3" name="Content Placeholder 2">
            <a:extLst>
              <a:ext uri="{FF2B5EF4-FFF2-40B4-BE49-F238E27FC236}">
                <a16:creationId xmlns:a16="http://schemas.microsoft.com/office/drawing/2014/main" id="{39249842-922D-BADE-0C70-3492E829DCF7}"/>
              </a:ext>
            </a:extLst>
          </p:cNvPr>
          <p:cNvSpPr>
            <a:spLocks noGrp="1"/>
          </p:cNvSpPr>
          <p:nvPr>
            <p:ph idx="1"/>
          </p:nvPr>
        </p:nvSpPr>
        <p:spPr>
          <a:xfrm>
            <a:off x="5180012" y="1470991"/>
            <a:ext cx="5721226" cy="4390059"/>
          </a:xfrm>
        </p:spPr>
        <p:txBody>
          <a:bodyPr/>
          <a:lstStyle>
            <a:lvl1pPr>
              <a:defRPr sz="3200">
                <a:latin typeface="Calibri Light" panose="020F0302020204030204" pitchFamily="34" charset="0"/>
                <a:ea typeface="Calibri Light" panose="020F0302020204030204" pitchFamily="34" charset="0"/>
                <a:cs typeface="Calibri Light" panose="020F0302020204030204" pitchFamily="34" charset="0"/>
              </a:defRPr>
            </a:lvl1pPr>
            <a:lvl2pPr>
              <a:defRPr sz="2800">
                <a:latin typeface="Calibri Light" panose="020F0302020204030204" pitchFamily="34" charset="0"/>
                <a:ea typeface="Calibri Light" panose="020F0302020204030204" pitchFamily="34" charset="0"/>
                <a:cs typeface="Calibri Light" panose="020F0302020204030204" pitchFamily="34" charset="0"/>
              </a:defRPr>
            </a:lvl2pPr>
            <a:lvl3pPr>
              <a:defRPr sz="2400">
                <a:latin typeface="Calibri Light" panose="020F0302020204030204" pitchFamily="34" charset="0"/>
                <a:ea typeface="Calibri Light" panose="020F0302020204030204" pitchFamily="34" charset="0"/>
                <a:cs typeface="Calibri Light" panose="020F0302020204030204" pitchFamily="34" charset="0"/>
              </a:defRPr>
            </a:lvl3pPr>
            <a:lvl4pPr>
              <a:defRPr sz="2000">
                <a:latin typeface="Calibri Light" panose="020F0302020204030204" pitchFamily="34" charset="0"/>
                <a:ea typeface="Calibri Light" panose="020F0302020204030204" pitchFamily="34" charset="0"/>
                <a:cs typeface="Calibri Light" panose="020F0302020204030204" pitchFamily="34" charset="0"/>
              </a:defRPr>
            </a:lvl4pPr>
            <a:lvl5pPr>
              <a:defRPr sz="2000">
                <a:latin typeface="Calibri Light" panose="020F0302020204030204" pitchFamily="34" charset="0"/>
                <a:ea typeface="Calibri Light" panose="020F0302020204030204" pitchFamily="34" charset="0"/>
                <a:cs typeface="Calibri Light" panose="020F0302020204030204" pitchFamily="34" charset="0"/>
              </a:defRPr>
            </a:lvl5pPr>
            <a:lvl6pPr>
              <a:defRPr sz="2000"/>
            </a:lvl6pPr>
            <a:lvl7pPr>
              <a:defRPr sz="2000"/>
            </a:lvl7pPr>
            <a:lvl8pPr>
              <a:defRPr sz="2000"/>
            </a:lvl8pPr>
            <a:lvl9pPr>
              <a:defRPr sz="2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s-ES" dirty="0"/>
          </a:p>
        </p:txBody>
      </p:sp>
      <p:sp>
        <p:nvSpPr>
          <p:cNvPr id="4" name="Text Placeholder 3">
            <a:extLst>
              <a:ext uri="{FF2B5EF4-FFF2-40B4-BE49-F238E27FC236}">
                <a16:creationId xmlns:a16="http://schemas.microsoft.com/office/drawing/2014/main" id="{F56A80C2-9F40-1A9E-FA8B-FF5ED21AA3FF}"/>
              </a:ext>
            </a:extLst>
          </p:cNvPr>
          <p:cNvSpPr>
            <a:spLocks noGrp="1"/>
          </p:cNvSpPr>
          <p:nvPr>
            <p:ph type="body" sz="half" idx="2"/>
          </p:nvPr>
        </p:nvSpPr>
        <p:spPr>
          <a:xfrm>
            <a:off x="839788" y="1137037"/>
            <a:ext cx="3932237" cy="4724013"/>
          </a:xfrm>
        </p:spPr>
        <p:txBody>
          <a:bodyPr/>
          <a:lstStyle>
            <a:lvl1pPr marL="0" indent="0">
              <a:buNone/>
              <a:defRPr sz="1600">
                <a:latin typeface="Calibri Light" panose="020F0302020204030204" pitchFamily="34" charset="0"/>
                <a:ea typeface="Calibri Light" panose="020F0302020204030204" pitchFamily="34" charset="0"/>
                <a:cs typeface="Calibri Light" panose="020F03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8" name="Slide Number Placeholder 9">
            <a:extLst>
              <a:ext uri="{FF2B5EF4-FFF2-40B4-BE49-F238E27FC236}">
                <a16:creationId xmlns:a16="http://schemas.microsoft.com/office/drawing/2014/main" id="{682D96EB-3484-2C98-69A6-631C192A6173}"/>
              </a:ext>
            </a:extLst>
          </p:cNvPr>
          <p:cNvSpPr>
            <a:spLocks noGrp="1"/>
          </p:cNvSpPr>
          <p:nvPr>
            <p:ph type="sldNum" sz="quarter" idx="4"/>
          </p:nvPr>
        </p:nvSpPr>
        <p:spPr>
          <a:xfrm>
            <a:off x="11220451" y="6354305"/>
            <a:ext cx="667408" cy="365125"/>
          </a:xfrm>
          <a:prstGeom prst="rect">
            <a:avLst/>
          </a:prstGeom>
        </p:spPr>
        <p:txBody>
          <a:bodyPr vert="horz" lIns="91440" tIns="45720" rIns="91440" bIns="45720" rtlCol="0" anchor="ctr"/>
          <a:lstStyle>
            <a:lvl1pPr algn="r">
              <a:defRPr sz="2400">
                <a:solidFill>
                  <a:schemeClr val="bg1"/>
                </a:solidFill>
                <a:latin typeface="Calibri Light" panose="020F0302020204030204" pitchFamily="34" charset="0"/>
                <a:ea typeface="Calibri Light" panose="020F0302020204030204" pitchFamily="34" charset="0"/>
                <a:cs typeface="Calibri Light" panose="020F0302020204030204" pitchFamily="34" charset="0"/>
              </a:defRPr>
            </a:lvl1pPr>
          </a:lstStyle>
          <a:p>
            <a:fld id="{8924E1A2-84D3-4C4C-BD0E-51C3B46507A6}" type="slidenum">
              <a:rPr lang="es-ES" smtClean="0"/>
              <a:pPr/>
              <a:t>‹#›</a:t>
            </a:fld>
            <a:endParaRPr lang="es-ES" dirty="0"/>
          </a:p>
        </p:txBody>
      </p:sp>
    </p:spTree>
    <p:extLst>
      <p:ext uri="{BB962C8B-B14F-4D97-AF65-F5344CB8AC3E}">
        <p14:creationId xmlns:p14="http://schemas.microsoft.com/office/powerpoint/2010/main" val="2242444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lan for next week">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4D3A9E-2FF9-AAD3-D371-3FD70B34892D}"/>
              </a:ext>
            </a:extLst>
          </p:cNvPr>
          <p:cNvSpPr>
            <a:spLocks noGrp="1"/>
          </p:cNvSpPr>
          <p:nvPr>
            <p:ph idx="1" hasCustomPrompt="1"/>
          </p:nvPr>
        </p:nvSpPr>
        <p:spPr>
          <a:xfrm>
            <a:off x="838200" y="1825625"/>
            <a:ext cx="10106025" cy="3841750"/>
          </a:xfrm>
        </p:spPr>
        <p:txBody>
          <a:bodyPr>
            <a:normAutofit/>
          </a:bodyPr>
          <a:lstStyle>
            <a:lvl1pPr marL="571500" indent="-571500">
              <a:lnSpc>
                <a:spcPct val="150000"/>
              </a:lnSpc>
              <a:buFont typeface="Courier New" panose="02070309020205020404" pitchFamily="49" charset="0"/>
              <a:buChar char="o"/>
              <a:defRPr sz="4000">
                <a:latin typeface="Calibri Light" panose="020F0302020204030204" pitchFamily="34" charset="0"/>
                <a:ea typeface="Calibri Light" panose="020F0302020204030204" pitchFamily="34" charset="0"/>
                <a:cs typeface="Calibri Light" panose="020F0302020204030204" pitchFamily="34" charset="0"/>
              </a:defRPr>
            </a:lvl1pPr>
            <a:lvl2pPr marL="457200" indent="0">
              <a:buNone/>
              <a:defRPr/>
            </a:lvl2pPr>
          </a:lstStyle>
          <a:p>
            <a:pPr lvl="0"/>
            <a:r>
              <a:rPr lang="es-ES" dirty="0"/>
              <a:t>Plan 1</a:t>
            </a:r>
          </a:p>
          <a:p>
            <a:pPr lvl="0"/>
            <a:r>
              <a:rPr lang="es-ES" dirty="0"/>
              <a:t>Plan 2</a:t>
            </a:r>
          </a:p>
          <a:p>
            <a:pPr lvl="0"/>
            <a:r>
              <a:rPr lang="es-ES" dirty="0"/>
              <a:t>Plan 3</a:t>
            </a:r>
          </a:p>
        </p:txBody>
      </p:sp>
      <p:sp>
        <p:nvSpPr>
          <p:cNvPr id="7" name="Slide Number Placeholder 5">
            <a:extLst>
              <a:ext uri="{FF2B5EF4-FFF2-40B4-BE49-F238E27FC236}">
                <a16:creationId xmlns:a16="http://schemas.microsoft.com/office/drawing/2014/main" id="{F33427D5-57E4-8A5A-F51C-7E64109D43D0}"/>
              </a:ext>
            </a:extLst>
          </p:cNvPr>
          <p:cNvSpPr txBox="1">
            <a:spLocks/>
          </p:cNvSpPr>
          <p:nvPr userDrawn="1"/>
        </p:nvSpPr>
        <p:spPr>
          <a:xfrm>
            <a:off x="11353800" y="6374875"/>
            <a:ext cx="572493" cy="365125"/>
          </a:xfrm>
          <a:prstGeom prst="rect">
            <a:avLst/>
          </a:prstGeom>
        </p:spPr>
        <p:txBody>
          <a:bodyPr vert="horz" lIns="91440" tIns="45720" rIns="91440" bIns="45720" rtlCol="0" anchor="ctr"/>
          <a:lstStyle>
            <a:defPPr>
              <a:defRPr lang="es-ES"/>
            </a:defPPr>
            <a:lvl1pPr marL="0" algn="r" defTabSz="914400" rtl="0" eaLnBrk="1" latinLnBrk="0" hangingPunct="1">
              <a:defRPr sz="2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54B8A6-27BF-4A32-9E97-6A70EFEB4CFB}" type="slidenum">
              <a:rPr lang="es-ES" smtClean="0"/>
              <a:pPr/>
              <a:t>‹#›</a:t>
            </a:fld>
            <a:endParaRPr lang="es-ES" dirty="0"/>
          </a:p>
        </p:txBody>
      </p:sp>
      <p:sp>
        <p:nvSpPr>
          <p:cNvPr id="6" name="TextBox 5">
            <a:extLst>
              <a:ext uri="{FF2B5EF4-FFF2-40B4-BE49-F238E27FC236}">
                <a16:creationId xmlns:a16="http://schemas.microsoft.com/office/drawing/2014/main" id="{1720AA4E-B4A9-3584-3804-863D509D537F}"/>
              </a:ext>
            </a:extLst>
          </p:cNvPr>
          <p:cNvSpPr txBox="1"/>
          <p:nvPr userDrawn="1"/>
        </p:nvSpPr>
        <p:spPr>
          <a:xfrm>
            <a:off x="1036982" y="132397"/>
            <a:ext cx="6755296" cy="1097280"/>
          </a:xfrm>
          <a:prstGeom prst="rect">
            <a:avLst/>
          </a:prstGeom>
          <a:noFill/>
        </p:spPr>
        <p:txBody>
          <a:bodyPr wrap="square" rtlCol="0">
            <a:spAutoFit/>
          </a:bodyPr>
          <a:lstStyle/>
          <a:p>
            <a:r>
              <a:rPr lang="es-ES" sz="6600" dirty="0">
                <a:latin typeface="Calibri Light" panose="020F0302020204030204" pitchFamily="34" charset="0"/>
                <a:ea typeface="Calibri Light" panose="020F0302020204030204" pitchFamily="34" charset="0"/>
                <a:cs typeface="Calibri Light" panose="020F0302020204030204" pitchFamily="34" charset="0"/>
              </a:rPr>
              <a:t>Plan for next week</a:t>
            </a:r>
          </a:p>
        </p:txBody>
      </p:sp>
    </p:spTree>
    <p:extLst>
      <p:ext uri="{BB962C8B-B14F-4D97-AF65-F5344CB8AC3E}">
        <p14:creationId xmlns:p14="http://schemas.microsoft.com/office/powerpoint/2010/main" val="366248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microsoft.com/office/2007/relationships/hdphoto" Target="../media/hdphoto1.wdp"/><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22E520-0431-423A-4B4A-6B3A8139DDAB}"/>
              </a:ext>
            </a:extLst>
          </p:cNvPr>
          <p:cNvSpPr>
            <a:spLocks noGrp="1"/>
          </p:cNvSpPr>
          <p:nvPr>
            <p:ph type="title"/>
          </p:nvPr>
        </p:nvSpPr>
        <p:spPr>
          <a:xfrm>
            <a:off x="838200" y="260102"/>
            <a:ext cx="9752936" cy="1033256"/>
          </a:xfrm>
          <a:prstGeom prst="rect">
            <a:avLst/>
          </a:prstGeom>
        </p:spPr>
        <p:txBody>
          <a:bodyPr vert="horz" lIns="91440" tIns="45720" rIns="91440" bIns="45720" rtlCol="0" anchor="ctr">
            <a:normAutofit/>
          </a:bodyPr>
          <a:lstStyle/>
          <a:p>
            <a:r>
              <a:rPr lang="en-GB" dirty="0"/>
              <a:t>Click to edit Master title style</a:t>
            </a:r>
            <a:endParaRPr lang="es-ES" dirty="0"/>
          </a:p>
        </p:txBody>
      </p:sp>
      <p:sp>
        <p:nvSpPr>
          <p:cNvPr id="3" name="Text Placeholder 2">
            <a:extLst>
              <a:ext uri="{FF2B5EF4-FFF2-40B4-BE49-F238E27FC236}">
                <a16:creationId xmlns:a16="http://schemas.microsoft.com/office/drawing/2014/main" id="{5F14CCBA-5717-814C-6D8E-18E076CBD7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s-ES" dirty="0"/>
          </a:p>
        </p:txBody>
      </p:sp>
      <p:sp>
        <p:nvSpPr>
          <p:cNvPr id="7" name="Rectangle 6">
            <a:extLst>
              <a:ext uri="{FF2B5EF4-FFF2-40B4-BE49-F238E27FC236}">
                <a16:creationId xmlns:a16="http://schemas.microsoft.com/office/drawing/2014/main" id="{2F125A67-3EF2-4D23-E1A0-E61A130AC7B1}"/>
              </a:ext>
            </a:extLst>
          </p:cNvPr>
          <p:cNvSpPr/>
          <p:nvPr userDrawn="1"/>
        </p:nvSpPr>
        <p:spPr>
          <a:xfrm>
            <a:off x="0" y="6238697"/>
            <a:ext cx="12192000" cy="646331"/>
          </a:xfrm>
          <a:prstGeom prst="rect">
            <a:avLst/>
          </a:prstGeom>
          <a:solidFill>
            <a:srgbClr val="226C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Slide Number Placeholder 9">
            <a:extLst>
              <a:ext uri="{FF2B5EF4-FFF2-40B4-BE49-F238E27FC236}">
                <a16:creationId xmlns:a16="http://schemas.microsoft.com/office/drawing/2014/main" id="{C1220BA2-AD0E-0A4E-4100-E52995E5B8CC}"/>
              </a:ext>
            </a:extLst>
          </p:cNvPr>
          <p:cNvSpPr>
            <a:spLocks noGrp="1"/>
          </p:cNvSpPr>
          <p:nvPr>
            <p:ph type="sldNum" sz="quarter" idx="4"/>
          </p:nvPr>
        </p:nvSpPr>
        <p:spPr>
          <a:xfrm>
            <a:off x="11309555" y="6354305"/>
            <a:ext cx="578303" cy="365125"/>
          </a:xfrm>
          <a:prstGeom prst="rect">
            <a:avLst/>
          </a:prstGeom>
        </p:spPr>
        <p:txBody>
          <a:bodyPr vert="horz" lIns="91440" tIns="45720" rIns="91440" bIns="45720" rtlCol="0" anchor="ctr"/>
          <a:lstStyle>
            <a:lvl1pPr algn="r">
              <a:defRPr sz="2400">
                <a:solidFill>
                  <a:schemeClr val="bg1"/>
                </a:solidFill>
                <a:latin typeface="Calibri Light" panose="020F0302020204030204" pitchFamily="34" charset="0"/>
                <a:ea typeface="Calibri Light" panose="020F0302020204030204" pitchFamily="34" charset="0"/>
                <a:cs typeface="Calibri Light" panose="020F0302020204030204" pitchFamily="34" charset="0"/>
              </a:defRPr>
            </a:lvl1pPr>
          </a:lstStyle>
          <a:p>
            <a:fld id="{8924E1A2-84D3-4C4C-BD0E-51C3B46507A6}" type="slidenum">
              <a:rPr lang="es-ES" smtClean="0"/>
              <a:pPr/>
              <a:t>‹#›</a:t>
            </a:fld>
            <a:endParaRPr lang="es-ES" dirty="0"/>
          </a:p>
        </p:txBody>
      </p:sp>
      <p:pic>
        <p:nvPicPr>
          <p:cNvPr id="14" name="Picture 13">
            <a:extLst>
              <a:ext uri="{FF2B5EF4-FFF2-40B4-BE49-F238E27FC236}">
                <a16:creationId xmlns:a16="http://schemas.microsoft.com/office/drawing/2014/main" id="{29AD8B6A-2751-E71F-C8BA-9386CB9D13C7}"/>
              </a:ext>
            </a:extLst>
          </p:cNvPr>
          <p:cNvPicPr>
            <a:picLocks noChangeAspect="1"/>
          </p:cNvPicPr>
          <p:nvPr userDrawn="1"/>
        </p:nvPicPr>
        <p:blipFill>
          <a:blip r:embed="rId9">
            <a:duotone>
              <a:schemeClr val="accent3">
                <a:shade val="45000"/>
                <a:satMod val="135000"/>
              </a:schemeClr>
              <a:prstClr val="white"/>
            </a:duotone>
          </a:blip>
          <a:stretch>
            <a:fillRect/>
          </a:stretch>
        </p:blipFill>
        <p:spPr>
          <a:xfrm>
            <a:off x="198663" y="5909752"/>
            <a:ext cx="873579" cy="873579"/>
          </a:xfrm>
          <a:prstGeom prst="rect">
            <a:avLst/>
          </a:prstGeom>
        </p:spPr>
      </p:pic>
      <p:sp>
        <p:nvSpPr>
          <p:cNvPr id="15" name="TextBox 14">
            <a:extLst>
              <a:ext uri="{FF2B5EF4-FFF2-40B4-BE49-F238E27FC236}">
                <a16:creationId xmlns:a16="http://schemas.microsoft.com/office/drawing/2014/main" id="{39527E30-B470-EEDB-4BEB-4E4D87BB9281}"/>
              </a:ext>
            </a:extLst>
          </p:cNvPr>
          <p:cNvSpPr txBox="1"/>
          <p:nvPr userDrawn="1"/>
        </p:nvSpPr>
        <p:spPr>
          <a:xfrm>
            <a:off x="8288938" y="6392585"/>
            <a:ext cx="2736289" cy="492443"/>
          </a:xfrm>
          <a:prstGeom prst="rect">
            <a:avLst/>
          </a:prstGeom>
          <a:noFill/>
        </p:spPr>
        <p:txBody>
          <a:bodyPr wrap="square" rtlCol="0">
            <a:spAutoFit/>
          </a:bodyPr>
          <a:lstStyle/>
          <a:p>
            <a:pPr algn="ctr"/>
            <a:r>
              <a:rPr lang="es-ES" sz="1400" dirty="0">
                <a:solidFill>
                  <a:schemeClr val="bg1"/>
                </a:solidFill>
              </a:rPr>
              <a:t>Aoyama Gakuin University</a:t>
            </a:r>
          </a:p>
          <a:p>
            <a:endParaRPr lang="es-ES" sz="1100" dirty="0">
              <a:solidFill>
                <a:schemeClr val="bg1"/>
              </a:solidFill>
            </a:endParaRPr>
          </a:p>
        </p:txBody>
      </p:sp>
      <p:sp>
        <p:nvSpPr>
          <p:cNvPr id="18" name="TextBox 17">
            <a:extLst>
              <a:ext uri="{FF2B5EF4-FFF2-40B4-BE49-F238E27FC236}">
                <a16:creationId xmlns:a16="http://schemas.microsoft.com/office/drawing/2014/main" id="{670B15BE-F743-4293-4707-5D642A7913DC}"/>
              </a:ext>
            </a:extLst>
          </p:cNvPr>
          <p:cNvSpPr txBox="1"/>
          <p:nvPr userDrawn="1"/>
        </p:nvSpPr>
        <p:spPr>
          <a:xfrm>
            <a:off x="1228851" y="6346541"/>
            <a:ext cx="2674211" cy="6771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solidFill>
                  <a:schemeClr val="bg1"/>
                </a:solidFill>
                <a:effectLst/>
                <a:latin typeface="メイリオ" panose="020B0604030504040204" pitchFamily="34" charset="-128"/>
                <a:ea typeface="メイリオ" panose="020B0604030504040204" pitchFamily="34" charset="-128"/>
              </a:rPr>
              <a:t>Wearable Environment and Information Systems Laboratory</a:t>
            </a:r>
          </a:p>
          <a:p>
            <a:pPr algn="ctr"/>
            <a:endParaRPr lang="es-ES" sz="1400" dirty="0"/>
          </a:p>
        </p:txBody>
      </p:sp>
      <p:sp>
        <p:nvSpPr>
          <p:cNvPr id="19" name="TextBox 18">
            <a:extLst>
              <a:ext uri="{FF2B5EF4-FFF2-40B4-BE49-F238E27FC236}">
                <a16:creationId xmlns:a16="http://schemas.microsoft.com/office/drawing/2014/main" id="{032E0F61-7226-5592-9C35-51BE6DF3F9D8}"/>
              </a:ext>
            </a:extLst>
          </p:cNvPr>
          <p:cNvSpPr txBox="1"/>
          <p:nvPr userDrawn="1"/>
        </p:nvSpPr>
        <p:spPr>
          <a:xfrm>
            <a:off x="3985449" y="6264871"/>
            <a:ext cx="4221102" cy="584775"/>
          </a:xfrm>
          <a:prstGeom prst="rect">
            <a:avLst/>
          </a:prstGeom>
          <a:noFill/>
        </p:spPr>
        <p:txBody>
          <a:bodyPr wrap="square" rtlCol="0">
            <a:spAutoFit/>
          </a:bodyPr>
          <a:lstStyle/>
          <a:p>
            <a:pPr algn="ctr"/>
            <a:r>
              <a:rPr lang="es-ES" sz="16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Lab Meeting</a:t>
            </a:r>
          </a:p>
          <a:p>
            <a:pPr algn="ctr"/>
            <a:r>
              <a:rPr lang="es-ES" sz="1600"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Pedro Bodega</a:t>
            </a:r>
          </a:p>
        </p:txBody>
      </p:sp>
      <p:sp>
        <p:nvSpPr>
          <p:cNvPr id="21" name="Line 35">
            <a:extLst>
              <a:ext uri="{FF2B5EF4-FFF2-40B4-BE49-F238E27FC236}">
                <a16:creationId xmlns:a16="http://schemas.microsoft.com/office/drawing/2014/main" id="{65768E1A-667F-F62B-096B-97F06A60475E}"/>
              </a:ext>
            </a:extLst>
          </p:cNvPr>
          <p:cNvSpPr>
            <a:spLocks noChangeShapeType="1"/>
          </p:cNvSpPr>
          <p:nvPr userDrawn="1"/>
        </p:nvSpPr>
        <p:spPr bwMode="auto">
          <a:xfrm>
            <a:off x="838200" y="0"/>
            <a:ext cx="0" cy="681037"/>
          </a:xfrm>
          <a:prstGeom prst="line">
            <a:avLst/>
          </a:prstGeom>
          <a:ln>
            <a:solidFill>
              <a:srgbClr val="133D24"/>
            </a:solidFill>
            <a:headEnd/>
            <a:tailEnd/>
          </a:ln>
        </p:spPr>
        <p:style>
          <a:lnRef idx="1">
            <a:schemeClr val="accent3"/>
          </a:lnRef>
          <a:fillRef idx="0">
            <a:schemeClr val="accent3"/>
          </a:fillRef>
          <a:effectRef idx="0">
            <a:schemeClr val="accent3"/>
          </a:effectRef>
          <a:fontRef idx="minor">
            <a:schemeClr val="tx1"/>
          </a:fontRef>
        </p:style>
        <p:txBody>
          <a:bodyPr/>
          <a:lstStyle/>
          <a:p>
            <a:pPr algn="ctr">
              <a:defRPr/>
            </a:pPr>
            <a:endParaRPr lang="es-ES"/>
          </a:p>
        </p:txBody>
      </p:sp>
      <p:sp>
        <p:nvSpPr>
          <p:cNvPr id="22" name="Line 36">
            <a:extLst>
              <a:ext uri="{FF2B5EF4-FFF2-40B4-BE49-F238E27FC236}">
                <a16:creationId xmlns:a16="http://schemas.microsoft.com/office/drawing/2014/main" id="{1210919C-B70E-DC6E-85C7-BCE15D011987}"/>
              </a:ext>
            </a:extLst>
          </p:cNvPr>
          <p:cNvSpPr>
            <a:spLocks noChangeShapeType="1"/>
          </p:cNvSpPr>
          <p:nvPr userDrawn="1"/>
        </p:nvSpPr>
        <p:spPr bwMode="auto">
          <a:xfrm flipH="1">
            <a:off x="135172" y="260101"/>
            <a:ext cx="881357" cy="0"/>
          </a:xfrm>
          <a:prstGeom prst="line">
            <a:avLst/>
          </a:prstGeom>
          <a:ln>
            <a:solidFill>
              <a:srgbClr val="133D24"/>
            </a:solidFill>
            <a:headEnd/>
            <a:tailEnd/>
          </a:ln>
        </p:spPr>
        <p:style>
          <a:lnRef idx="1">
            <a:schemeClr val="accent3"/>
          </a:lnRef>
          <a:fillRef idx="0">
            <a:schemeClr val="accent3"/>
          </a:fillRef>
          <a:effectRef idx="0">
            <a:schemeClr val="accent3"/>
          </a:effectRef>
          <a:fontRef idx="minor">
            <a:schemeClr val="tx1"/>
          </a:fontRef>
        </p:style>
        <p:txBody>
          <a:bodyPr/>
          <a:lstStyle/>
          <a:p>
            <a:pPr algn="ctr">
              <a:defRPr/>
            </a:pPr>
            <a:endParaRPr lang="es-ES"/>
          </a:p>
        </p:txBody>
      </p:sp>
      <p:sp>
        <p:nvSpPr>
          <p:cNvPr id="6" name="Line 36">
            <a:extLst>
              <a:ext uri="{FF2B5EF4-FFF2-40B4-BE49-F238E27FC236}">
                <a16:creationId xmlns:a16="http://schemas.microsoft.com/office/drawing/2014/main" id="{E9AAD5BF-6AAA-5475-494F-8E83EC8493C8}"/>
              </a:ext>
            </a:extLst>
          </p:cNvPr>
          <p:cNvSpPr>
            <a:spLocks noChangeShapeType="1"/>
          </p:cNvSpPr>
          <p:nvPr userDrawn="1"/>
        </p:nvSpPr>
        <p:spPr bwMode="auto">
          <a:xfrm flipH="1">
            <a:off x="9258722" y="1324223"/>
            <a:ext cx="1935259" cy="1"/>
          </a:xfrm>
          <a:prstGeom prst="line">
            <a:avLst/>
          </a:prstGeom>
          <a:ln>
            <a:solidFill>
              <a:srgbClr val="133D24"/>
            </a:solidFill>
            <a:headEnd/>
            <a:tailEnd/>
          </a:ln>
        </p:spPr>
        <p:style>
          <a:lnRef idx="1">
            <a:schemeClr val="accent3"/>
          </a:lnRef>
          <a:fillRef idx="0">
            <a:schemeClr val="accent3"/>
          </a:fillRef>
          <a:effectRef idx="0">
            <a:schemeClr val="accent3"/>
          </a:effectRef>
          <a:fontRef idx="minor">
            <a:schemeClr val="tx1"/>
          </a:fontRef>
        </p:style>
        <p:txBody>
          <a:bodyPr/>
          <a:lstStyle/>
          <a:p>
            <a:pPr algn="ctr">
              <a:defRPr/>
            </a:pPr>
            <a:endParaRPr lang="es-ES"/>
          </a:p>
        </p:txBody>
      </p:sp>
      <p:sp>
        <p:nvSpPr>
          <p:cNvPr id="8" name="Line 35">
            <a:extLst>
              <a:ext uri="{FF2B5EF4-FFF2-40B4-BE49-F238E27FC236}">
                <a16:creationId xmlns:a16="http://schemas.microsoft.com/office/drawing/2014/main" id="{29D0FACC-06E6-5A4F-DEA4-73B727E20595}"/>
              </a:ext>
            </a:extLst>
          </p:cNvPr>
          <p:cNvSpPr>
            <a:spLocks noChangeShapeType="1"/>
          </p:cNvSpPr>
          <p:nvPr userDrawn="1"/>
        </p:nvSpPr>
        <p:spPr bwMode="auto">
          <a:xfrm>
            <a:off x="10970217" y="822928"/>
            <a:ext cx="0" cy="681037"/>
          </a:xfrm>
          <a:prstGeom prst="line">
            <a:avLst/>
          </a:prstGeom>
          <a:ln>
            <a:solidFill>
              <a:srgbClr val="133D24"/>
            </a:solidFill>
            <a:headEnd/>
            <a:tailEnd/>
          </a:ln>
        </p:spPr>
        <p:style>
          <a:lnRef idx="1">
            <a:schemeClr val="accent3"/>
          </a:lnRef>
          <a:fillRef idx="0">
            <a:schemeClr val="accent3"/>
          </a:fillRef>
          <a:effectRef idx="0">
            <a:schemeClr val="accent3"/>
          </a:effectRef>
          <a:fontRef idx="minor">
            <a:schemeClr val="tx1"/>
          </a:fontRef>
        </p:style>
        <p:txBody>
          <a:bodyPr/>
          <a:lstStyle/>
          <a:p>
            <a:pPr algn="ctr">
              <a:defRPr/>
            </a:pPr>
            <a:endParaRPr lang="es-ES"/>
          </a:p>
        </p:txBody>
      </p:sp>
      <p:pic>
        <p:nvPicPr>
          <p:cNvPr id="4" name="Picture 4" descr="Aoyama Gakuin University - Wikipedia">
            <a:extLst>
              <a:ext uri="{FF2B5EF4-FFF2-40B4-BE49-F238E27FC236}">
                <a16:creationId xmlns:a16="http://schemas.microsoft.com/office/drawing/2014/main" id="{86A8D64C-EEAF-FAE4-C3C6-736B8D60F1E0}"/>
              </a:ext>
            </a:extLst>
          </p:cNvPr>
          <p:cNvPicPr>
            <a:picLocks noChangeAspect="1" noChangeArrowheads="1"/>
          </p:cNvPicPr>
          <p:nvPr userDrawn="1"/>
        </p:nvPicPr>
        <p:blipFill>
          <a:blip r:embed="rId10">
            <a:extLst>
              <a:ext uri="{BEBA8EAE-BF5A-486C-A8C5-ECC9F3942E4B}">
                <a14:imgProps xmlns:a14="http://schemas.microsoft.com/office/drawing/2010/main">
                  <a14:imgLayer r:embed="rId11">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1140591" y="118178"/>
            <a:ext cx="916233" cy="1094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689840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4" r:id="rId4"/>
    <p:sldLayoutId id="2147483655" r:id="rId5"/>
    <p:sldLayoutId id="2147483656" r:id="rId6"/>
    <p:sldLayoutId id="2147483661"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Calibri Light" panose="020F0302020204030204" pitchFamily="34" charset="0"/>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2026/05/21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dirty="0"/>
              <a:t>Three concerns from </a:t>
            </a:r>
            <a:r>
              <a:rPr dirty="0" err="1"/>
              <a:t>Tobe</a:t>
            </a:r>
            <a:r>
              <a:rPr dirty="0"/>
              <a:t>-sensei </a:t>
            </a:r>
            <a:endParaRPr lang="es-ES" dirty="0"/>
          </a:p>
          <a:p>
            <a:r>
              <a:rPr lang="es-ES" dirty="0"/>
              <a:t>New </a:t>
            </a:r>
            <a:r>
              <a:rPr lang="es-ES" dirty="0" err="1"/>
              <a:t>implementation</a:t>
            </a:r>
            <a:r>
              <a:rPr lang="es-ES" dirty="0"/>
              <a:t> </a:t>
            </a:r>
            <a:r>
              <a:rPr lang="es-ES" dirty="0" err="1"/>
              <a:t>with</a:t>
            </a:r>
            <a:r>
              <a:rPr lang="es-ES" dirty="0"/>
              <a:t> VLM</a:t>
            </a:r>
            <a:endParaRPr dirty="0"/>
          </a:p>
          <a:p>
            <a:r>
              <a:rPr lang="es-ES" dirty="0" err="1"/>
              <a:t>Voice</a:t>
            </a:r>
            <a:r>
              <a:rPr lang="es-ES" dirty="0"/>
              <a:t> </a:t>
            </a:r>
            <a:r>
              <a:rPr lang="es-ES" dirty="0" err="1"/>
              <a:t>Policy</a:t>
            </a:r>
            <a:r>
              <a:rPr lang="es-ES" dirty="0"/>
              <a:t> </a:t>
            </a:r>
            <a:r>
              <a:rPr lang="es-ES" dirty="0" err="1"/>
              <a:t>Update</a:t>
            </a:r>
            <a:endParaRPr dirty="0"/>
          </a:p>
        </p:txBody>
      </p:sp>
      <p:sp>
        <p:nvSpPr>
          <p:cNvPr id="3" name="Slide Number Placeholder 3">
            <a:extLst>
              <a:ext uri="{FF2B5EF4-FFF2-40B4-BE49-F238E27FC236}">
                <a16:creationId xmlns:a16="http://schemas.microsoft.com/office/drawing/2014/main" id="{D2B126B7-FA7C-6BF1-E174-93D79231F7BA}"/>
              </a:ext>
            </a:extLst>
          </p:cNvPr>
          <p:cNvSpPr>
            <a:spLocks noGrp="1"/>
          </p:cNvSpPr>
          <p:nvPr>
            <p:ph type="sldNum" sz="quarter" idx="4"/>
          </p:nvPr>
        </p:nvSpPr>
        <p:spPr>
          <a:xfrm>
            <a:off x="11309555" y="6354305"/>
            <a:ext cx="578303" cy="365125"/>
          </a:xfrm>
        </p:spPr>
        <p:txBody>
          <a:bodyPr/>
          <a:lstStyle/>
          <a:p>
            <a:fld id="{8924E1A2-84D3-4C4C-BD0E-51C3B46507A6}" type="slidenum">
              <a:rPr lang="es-ES" smtClean="0"/>
              <a:pPr/>
              <a:t>2</a:t>
            </a:fld>
            <a:endParaRPr lang="es-E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6480" y="299583"/>
            <a:ext cx="10972800" cy="553998"/>
          </a:xfrm>
          <a:prstGeom prst="rect">
            <a:avLst/>
          </a:prstGeom>
          <a:noFill/>
        </p:spPr>
        <p:txBody>
          <a:bodyPr wrap="square" lIns="0" tIns="0" rIns="0" bIns="0">
            <a:spAutoFit/>
          </a:bodyPr>
          <a:lstStyle/>
          <a:p>
            <a:r>
              <a:rPr sz="3600" b="1" dirty="0">
                <a:solidFill>
                  <a:srgbClr val="0E1A12"/>
                </a:solidFill>
                <a:latin typeface="Aptos"/>
              </a:rPr>
              <a:t>Advisor feedback · </a:t>
            </a:r>
            <a:r>
              <a:rPr sz="3600" b="1" dirty="0" err="1">
                <a:solidFill>
                  <a:srgbClr val="0E1A12"/>
                </a:solidFill>
                <a:latin typeface="Aptos"/>
              </a:rPr>
              <a:t>Tobe</a:t>
            </a:r>
            <a:r>
              <a:rPr sz="3600" b="1" dirty="0">
                <a:solidFill>
                  <a:srgbClr val="0E1A12"/>
                </a:solidFill>
                <a:latin typeface="Aptos"/>
              </a:rPr>
              <a:t>-sensei</a:t>
            </a:r>
          </a:p>
        </p:txBody>
      </p:sp>
      <p:sp>
        <p:nvSpPr>
          <p:cNvPr id="4" name="Rounded Rectangle 3"/>
          <p:cNvSpPr/>
          <p:nvPr/>
        </p:nvSpPr>
        <p:spPr>
          <a:xfrm>
            <a:off x="708660" y="1242977"/>
            <a:ext cx="3474720" cy="4768427"/>
          </a:xfrm>
          <a:prstGeom prst="roundRect">
            <a:avLst/>
          </a:prstGeom>
          <a:solidFill>
            <a:srgbClr val="FFFFFF"/>
          </a:solidFill>
          <a:ln w="762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143000" y="1376394"/>
            <a:ext cx="502920" cy="274320"/>
          </a:xfrm>
          <a:prstGeom prst="roundRect">
            <a:avLst/>
          </a:prstGeom>
          <a:solidFill>
            <a:srgbClr val="DAFEE1"/>
          </a:solidFill>
          <a:ln>
            <a:noFill/>
          </a:ln>
          <a:effectLst/>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100" b="1" dirty="0">
                <a:solidFill>
                  <a:srgbClr val="133D24"/>
                </a:solidFill>
                <a:latin typeface="Aptos"/>
              </a:rPr>
              <a:t>01</a:t>
            </a:r>
          </a:p>
        </p:txBody>
      </p:sp>
      <p:sp>
        <p:nvSpPr>
          <p:cNvPr id="6" name="TextBox 5"/>
          <p:cNvSpPr txBox="1"/>
          <p:nvPr/>
        </p:nvSpPr>
        <p:spPr>
          <a:xfrm>
            <a:off x="845821" y="1867641"/>
            <a:ext cx="3108960" cy="523220"/>
          </a:xfrm>
          <a:prstGeom prst="rect">
            <a:avLst/>
          </a:prstGeom>
          <a:noFill/>
        </p:spPr>
        <p:txBody>
          <a:bodyPr wrap="square" lIns="0" tIns="0" rIns="0" bIns="0">
            <a:spAutoFit/>
          </a:bodyPr>
          <a:lstStyle/>
          <a:p>
            <a:r>
              <a:rPr lang="en-US" sz="1700" b="1" dirty="0">
                <a:solidFill>
                  <a:srgbClr val="0E1A12"/>
                </a:solidFill>
                <a:latin typeface="Aptos"/>
              </a:rPr>
              <a:t>What do you contribute to research?</a:t>
            </a:r>
          </a:p>
        </p:txBody>
      </p:sp>
      <p:sp>
        <p:nvSpPr>
          <p:cNvPr id="7" name="TextBox 6"/>
          <p:cNvSpPr txBox="1"/>
          <p:nvPr/>
        </p:nvSpPr>
        <p:spPr>
          <a:xfrm>
            <a:off x="891540" y="3542266"/>
            <a:ext cx="3108960" cy="646331"/>
          </a:xfrm>
          <a:prstGeom prst="rect">
            <a:avLst/>
          </a:prstGeom>
          <a:noFill/>
        </p:spPr>
        <p:txBody>
          <a:bodyPr wrap="square" lIns="0" tIns="0" rIns="0" bIns="0">
            <a:spAutoFit/>
          </a:bodyPr>
          <a:lstStyle/>
          <a:p>
            <a:r>
              <a:rPr sz="1400" b="0" dirty="0">
                <a:solidFill>
                  <a:srgbClr val="334155"/>
                </a:solidFill>
                <a:latin typeface="Aptos"/>
              </a:rPr>
              <a:t>Answer: zero-shot, no per-store retraining, the stack itself is the novelty.
Request: in-the-wild test in a real store.</a:t>
            </a:r>
          </a:p>
        </p:txBody>
      </p:sp>
      <p:sp>
        <p:nvSpPr>
          <p:cNvPr id="8" name="Rounded Rectangle 7"/>
          <p:cNvSpPr/>
          <p:nvPr/>
        </p:nvSpPr>
        <p:spPr>
          <a:xfrm>
            <a:off x="4389120" y="1242977"/>
            <a:ext cx="3474720" cy="4609183"/>
          </a:xfrm>
          <a:prstGeom prst="roundRect">
            <a:avLst/>
          </a:prstGeom>
          <a:solidFill>
            <a:srgbClr val="FFFFFF"/>
          </a:solidFill>
          <a:ln w="762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697730" y="1370707"/>
            <a:ext cx="502920" cy="274320"/>
          </a:xfrm>
          <a:prstGeom prst="roundRect">
            <a:avLst/>
          </a:prstGeom>
          <a:solidFill>
            <a:srgbClr val="DAFEE1"/>
          </a:solidFill>
          <a:ln>
            <a:noFill/>
          </a:ln>
          <a:effectLst/>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100" b="1" dirty="0">
                <a:solidFill>
                  <a:srgbClr val="133D24"/>
                </a:solidFill>
                <a:latin typeface="Aptos"/>
              </a:rPr>
              <a:t>02</a:t>
            </a:r>
          </a:p>
        </p:txBody>
      </p:sp>
      <p:sp>
        <p:nvSpPr>
          <p:cNvPr id="10" name="TextBox 9"/>
          <p:cNvSpPr txBox="1"/>
          <p:nvPr/>
        </p:nvSpPr>
        <p:spPr>
          <a:xfrm>
            <a:off x="4617720" y="1878139"/>
            <a:ext cx="3108960" cy="784830"/>
          </a:xfrm>
          <a:prstGeom prst="rect">
            <a:avLst/>
          </a:prstGeom>
          <a:noFill/>
        </p:spPr>
        <p:txBody>
          <a:bodyPr wrap="square" lIns="0" tIns="0" rIns="0" bIns="0">
            <a:spAutoFit/>
          </a:bodyPr>
          <a:lstStyle/>
          <a:p>
            <a:r>
              <a:rPr lang="en-US" sz="1700" b="1" dirty="0">
                <a:solidFill>
                  <a:srgbClr val="0E1A12"/>
                </a:solidFill>
                <a:latin typeface="Aptos"/>
              </a:rPr>
              <a:t>User still needs to be brought to the shelf / there can be some dangers</a:t>
            </a:r>
          </a:p>
        </p:txBody>
      </p:sp>
      <p:sp>
        <p:nvSpPr>
          <p:cNvPr id="11" name="TextBox 10"/>
          <p:cNvSpPr txBox="1"/>
          <p:nvPr/>
        </p:nvSpPr>
        <p:spPr>
          <a:xfrm>
            <a:off x="4617720" y="3515305"/>
            <a:ext cx="3108960" cy="861774"/>
          </a:xfrm>
          <a:prstGeom prst="rect">
            <a:avLst/>
          </a:prstGeom>
          <a:noFill/>
        </p:spPr>
        <p:txBody>
          <a:bodyPr wrap="square" lIns="0" tIns="0" rIns="0" bIns="0">
            <a:spAutoFit/>
          </a:bodyPr>
          <a:lstStyle/>
          <a:p>
            <a:r>
              <a:rPr sz="1400" b="0" dirty="0">
                <a:solidFill>
                  <a:srgbClr val="334155"/>
                </a:solidFill>
                <a:latin typeface="Aptos"/>
              </a:rPr>
              <a:t>Answer: CAVA is an addition, not a replacement for cane / guide dog. The scene-VLM loop will surface aisle context, signage and category zones.</a:t>
            </a:r>
          </a:p>
        </p:txBody>
      </p:sp>
      <p:sp>
        <p:nvSpPr>
          <p:cNvPr id="12" name="Rounded Rectangle 11"/>
          <p:cNvSpPr/>
          <p:nvPr/>
        </p:nvSpPr>
        <p:spPr>
          <a:xfrm>
            <a:off x="8138159" y="1242977"/>
            <a:ext cx="3474720" cy="4609183"/>
          </a:xfrm>
          <a:prstGeom prst="roundRect">
            <a:avLst/>
          </a:prstGeom>
          <a:solidFill>
            <a:srgbClr val="FFFFFF"/>
          </a:solidFill>
          <a:ln w="762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441055" y="1370707"/>
            <a:ext cx="502920" cy="274320"/>
          </a:xfrm>
          <a:prstGeom prst="roundRect">
            <a:avLst/>
          </a:prstGeom>
          <a:solidFill>
            <a:srgbClr val="DAFEE1"/>
          </a:solidFill>
          <a:ln>
            <a:noFill/>
          </a:ln>
          <a:effectLst/>
        </p:spPr>
        <p:style>
          <a:lnRef idx="1">
            <a:schemeClr val="accent1"/>
          </a:lnRef>
          <a:fillRef idx="3">
            <a:schemeClr val="accent1"/>
          </a:fillRef>
          <a:effectRef idx="2">
            <a:schemeClr val="accent1"/>
          </a:effectRef>
          <a:fontRef idx="minor">
            <a:schemeClr val="lt1"/>
          </a:fontRef>
        </p:style>
        <p:txBody>
          <a:bodyPr lIns="54864" tIns="18288" rIns="54864" bIns="18288" rtlCol="0" anchor="ctr"/>
          <a:lstStyle/>
          <a:p>
            <a:pPr algn="ctr"/>
            <a:r>
              <a:rPr sz="1100" b="1">
                <a:solidFill>
                  <a:srgbClr val="133D24"/>
                </a:solidFill>
                <a:latin typeface="Aptos"/>
              </a:rPr>
              <a:t>03</a:t>
            </a:r>
          </a:p>
        </p:txBody>
      </p:sp>
      <p:sp>
        <p:nvSpPr>
          <p:cNvPr id="15" name="TextBox 14"/>
          <p:cNvSpPr txBox="1"/>
          <p:nvPr/>
        </p:nvSpPr>
        <p:spPr>
          <a:xfrm>
            <a:off x="8238067" y="3317474"/>
            <a:ext cx="3374812" cy="1031051"/>
          </a:xfrm>
          <a:prstGeom prst="rect">
            <a:avLst/>
          </a:prstGeom>
          <a:noFill/>
        </p:spPr>
        <p:txBody>
          <a:bodyPr wrap="square" lIns="0" tIns="0" rIns="0" bIns="0">
            <a:spAutoFit/>
          </a:bodyPr>
          <a:lstStyle/>
          <a:p>
            <a:r>
              <a:rPr sz="1100" b="0" dirty="0">
                <a:solidFill>
                  <a:srgbClr val="334155"/>
                </a:solidFill>
                <a:latin typeface="Aptos"/>
              </a:rPr>
              <a:t>
</a:t>
            </a:r>
            <a:r>
              <a:rPr sz="1400" b="0" dirty="0">
                <a:solidFill>
                  <a:srgbClr val="334155"/>
                </a:solidFill>
                <a:latin typeface="Aptos"/>
              </a:rPr>
              <a:t>Idea: hold the product up to the camera → VLM verifies → speak confirmation.
Open sub-questions: latency, OCR-first vs VLM, bad angles.</a:t>
            </a:r>
            <a:endParaRPr sz="1100" b="0" dirty="0">
              <a:solidFill>
                <a:srgbClr val="334155"/>
              </a:solidFill>
              <a:latin typeface="Aptos"/>
            </a:endParaRPr>
          </a:p>
        </p:txBody>
      </p:sp>
      <p:sp>
        <p:nvSpPr>
          <p:cNvPr id="17" name="TextBox 16"/>
          <p:cNvSpPr txBox="1"/>
          <p:nvPr/>
        </p:nvSpPr>
        <p:spPr>
          <a:xfrm>
            <a:off x="640080" y="6400800"/>
            <a:ext cx="1554480" cy="182880"/>
          </a:xfrm>
          <a:prstGeom prst="rect">
            <a:avLst/>
          </a:prstGeom>
          <a:noFill/>
        </p:spPr>
        <p:txBody>
          <a:bodyPr wrap="square" lIns="0" tIns="0" rIns="0" bIns="0">
            <a:spAutoFit/>
          </a:bodyPr>
          <a:lstStyle/>
          <a:p>
            <a:r>
              <a:rPr sz="900" b="0">
                <a:solidFill>
                  <a:srgbClr val="64748B"/>
                </a:solidFill>
                <a:latin typeface="Aptos"/>
              </a:rPr>
              <a:t>2026/05/21</a:t>
            </a:r>
          </a:p>
        </p:txBody>
      </p:sp>
      <p:sp>
        <p:nvSpPr>
          <p:cNvPr id="18" name="TextBox 17"/>
          <p:cNvSpPr txBox="1"/>
          <p:nvPr/>
        </p:nvSpPr>
        <p:spPr>
          <a:xfrm>
            <a:off x="11430000" y="6400800"/>
            <a:ext cx="274320" cy="182880"/>
          </a:xfrm>
          <a:prstGeom prst="rect">
            <a:avLst/>
          </a:prstGeom>
          <a:noFill/>
        </p:spPr>
        <p:txBody>
          <a:bodyPr wrap="square" lIns="0" tIns="0" rIns="0" bIns="0">
            <a:spAutoFit/>
          </a:bodyPr>
          <a:lstStyle/>
          <a:p>
            <a:pPr algn="r"/>
            <a:r>
              <a:rPr sz="900" b="0">
                <a:solidFill>
                  <a:srgbClr val="64748B"/>
                </a:solidFill>
                <a:latin typeface="Aptos"/>
              </a:rPr>
              <a:t>3</a:t>
            </a:r>
          </a:p>
        </p:txBody>
      </p:sp>
      <p:sp>
        <p:nvSpPr>
          <p:cNvPr id="19" name="TextBox 18">
            <a:extLst>
              <a:ext uri="{FF2B5EF4-FFF2-40B4-BE49-F238E27FC236}">
                <a16:creationId xmlns:a16="http://schemas.microsoft.com/office/drawing/2014/main" id="{66D7AD56-E905-B1F8-2C0F-FC04EB29E9E3}"/>
              </a:ext>
            </a:extLst>
          </p:cNvPr>
          <p:cNvSpPr txBox="1"/>
          <p:nvPr/>
        </p:nvSpPr>
        <p:spPr>
          <a:xfrm>
            <a:off x="8397240" y="1801252"/>
            <a:ext cx="3108960" cy="784830"/>
          </a:xfrm>
          <a:prstGeom prst="rect">
            <a:avLst/>
          </a:prstGeom>
          <a:noFill/>
        </p:spPr>
        <p:txBody>
          <a:bodyPr wrap="square" lIns="0" tIns="0" rIns="0" bIns="0">
            <a:spAutoFit/>
          </a:bodyPr>
          <a:lstStyle/>
          <a:p>
            <a:r>
              <a:rPr lang="en-US" sz="1700" b="1" dirty="0">
                <a:solidFill>
                  <a:srgbClr val="0E1A12"/>
                </a:solidFill>
                <a:latin typeface="Aptos"/>
              </a:rPr>
              <a:t>How does the user know the picked-up product is the right one?</a:t>
            </a:r>
          </a:p>
        </p:txBody>
      </p:sp>
      <p:sp>
        <p:nvSpPr>
          <p:cNvPr id="20" name="Slide Number Placeholder 3">
            <a:extLst>
              <a:ext uri="{FF2B5EF4-FFF2-40B4-BE49-F238E27FC236}">
                <a16:creationId xmlns:a16="http://schemas.microsoft.com/office/drawing/2014/main" id="{4B374C2D-1F68-3F5E-F709-68A8E982CDFC}"/>
              </a:ext>
            </a:extLst>
          </p:cNvPr>
          <p:cNvSpPr>
            <a:spLocks noGrp="1"/>
          </p:cNvSpPr>
          <p:nvPr>
            <p:ph type="sldNum" sz="quarter" idx="4"/>
          </p:nvPr>
        </p:nvSpPr>
        <p:spPr>
          <a:xfrm>
            <a:off x="11309555" y="6354305"/>
            <a:ext cx="578303" cy="365125"/>
          </a:xfrm>
        </p:spPr>
        <p:txBody>
          <a:bodyPr/>
          <a:lstStyle/>
          <a:p>
            <a:fld id="{8924E1A2-84D3-4C4C-BD0E-51C3B46507A6}" type="slidenum">
              <a:rPr lang="es-ES" smtClean="0"/>
              <a:pPr/>
              <a:t>3</a:t>
            </a:fld>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5840" y="297568"/>
            <a:ext cx="10972800" cy="430887"/>
          </a:xfrm>
          <a:prstGeom prst="rect">
            <a:avLst/>
          </a:prstGeom>
          <a:noFill/>
        </p:spPr>
        <p:txBody>
          <a:bodyPr wrap="square" lIns="0" tIns="0" rIns="0" bIns="0">
            <a:spAutoFit/>
          </a:bodyPr>
          <a:lstStyle/>
          <a:p>
            <a:r>
              <a:rPr sz="2800" b="1" dirty="0">
                <a:solidFill>
                  <a:srgbClr val="0E1A12"/>
                </a:solidFill>
                <a:latin typeface="Aptos"/>
              </a:rPr>
              <a:t>From single detector to fused belief</a:t>
            </a:r>
          </a:p>
        </p:txBody>
      </p:sp>
      <p:sp>
        <p:nvSpPr>
          <p:cNvPr id="13" name="Rounded Rectangle 12"/>
          <p:cNvSpPr/>
          <p:nvPr/>
        </p:nvSpPr>
        <p:spPr>
          <a:xfrm>
            <a:off x="785707" y="1530547"/>
            <a:ext cx="5943600" cy="457200"/>
          </a:xfrm>
          <a:prstGeom prst="roundRect">
            <a:avLst/>
          </a:prstGeom>
          <a:solidFill>
            <a:srgbClr val="F3F9F5"/>
          </a:solidFill>
          <a:ln w="15240">
            <a:solidFill>
              <a:srgbClr val="CFEED9"/>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2000" b="1" dirty="0">
                <a:solidFill>
                  <a:srgbClr val="0E1A12"/>
                </a:solidFill>
                <a:latin typeface="Aptos"/>
              </a:rPr>
              <a:t>Glass · camera</a:t>
            </a:r>
          </a:p>
        </p:txBody>
      </p:sp>
      <p:sp>
        <p:nvSpPr>
          <p:cNvPr id="14" name="Rounded Rectangle 13"/>
          <p:cNvSpPr/>
          <p:nvPr/>
        </p:nvSpPr>
        <p:spPr>
          <a:xfrm>
            <a:off x="785707" y="2216347"/>
            <a:ext cx="1828800" cy="502920"/>
          </a:xfrm>
          <a:prstGeom prst="roundRect">
            <a:avLst/>
          </a:prstGeom>
          <a:solidFill>
            <a:srgbClr val="FFFFFF"/>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1600" b="1" dirty="0">
                <a:solidFill>
                  <a:srgbClr val="0E1A12"/>
                </a:solidFill>
                <a:latin typeface="Aptos"/>
              </a:rPr>
              <a:t>OWLv2-B
</a:t>
            </a:r>
          </a:p>
        </p:txBody>
      </p:sp>
      <p:sp>
        <p:nvSpPr>
          <p:cNvPr id="15" name="Rounded Rectangle 14"/>
          <p:cNvSpPr/>
          <p:nvPr/>
        </p:nvSpPr>
        <p:spPr>
          <a:xfrm>
            <a:off x="2751667" y="2216347"/>
            <a:ext cx="1828800" cy="502920"/>
          </a:xfrm>
          <a:prstGeom prst="roundRect">
            <a:avLst/>
          </a:prstGeom>
          <a:solidFill>
            <a:srgbClr val="FFFFFF"/>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1600" b="1" dirty="0">
                <a:solidFill>
                  <a:srgbClr val="0E1A12"/>
                </a:solidFill>
                <a:latin typeface="Aptos"/>
              </a:rPr>
              <a:t>OCR
</a:t>
            </a:r>
          </a:p>
        </p:txBody>
      </p:sp>
      <p:sp>
        <p:nvSpPr>
          <p:cNvPr id="16" name="Rounded Rectangle 15"/>
          <p:cNvSpPr/>
          <p:nvPr/>
        </p:nvSpPr>
        <p:spPr>
          <a:xfrm>
            <a:off x="4717627" y="2216347"/>
            <a:ext cx="2011680" cy="502920"/>
          </a:xfrm>
          <a:prstGeom prst="roundRect">
            <a:avLst/>
          </a:prstGeom>
          <a:solidFill>
            <a:srgbClr val="FFFFFF"/>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1600" b="1" dirty="0">
                <a:solidFill>
                  <a:srgbClr val="0E1A12"/>
                </a:solidFill>
                <a:latin typeface="Aptos"/>
              </a:rPr>
              <a:t>OpenAI VLM scene
(every 5 s)</a:t>
            </a:r>
          </a:p>
        </p:txBody>
      </p:sp>
      <p:cxnSp>
        <p:nvCxnSpPr>
          <p:cNvPr id="17" name="Connector 16"/>
          <p:cNvCxnSpPr/>
          <p:nvPr/>
        </p:nvCxnSpPr>
        <p:spPr>
          <a:xfrm>
            <a:off x="1700107" y="2719267"/>
            <a:ext cx="1097280" cy="365760"/>
          </a:xfrm>
          <a:prstGeom prst="line">
            <a:avLst/>
          </a:prstGeom>
          <a:ln w="15240">
            <a:solidFill>
              <a:srgbClr val="94A3B8"/>
            </a:solidFill>
            <a:tailEnd type="triangle" w="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66067" y="2719267"/>
            <a:ext cx="0" cy="365760"/>
          </a:xfrm>
          <a:prstGeom prst="line">
            <a:avLst/>
          </a:prstGeom>
          <a:ln w="15240">
            <a:solidFill>
              <a:srgbClr val="94A3B8"/>
            </a:solidFill>
            <a:tailEnd type="triangle" w="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351867" y="2719267"/>
            <a:ext cx="1371600" cy="365760"/>
          </a:xfrm>
          <a:prstGeom prst="line">
            <a:avLst/>
          </a:prstGeom>
          <a:ln w="15240">
            <a:solidFill>
              <a:srgbClr val="94A3B8"/>
            </a:solidFill>
            <a:tailEnd type="triangle" w="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151467" y="3085027"/>
            <a:ext cx="5212080" cy="502920"/>
          </a:xfrm>
          <a:prstGeom prst="roundRect">
            <a:avLst/>
          </a:prstGeom>
          <a:solidFill>
            <a:srgbClr val="FEF3C7"/>
          </a:solidFill>
          <a:ln w="15240">
            <a:solidFill>
              <a:srgbClr val="D97706"/>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2000" b="1" dirty="0">
                <a:solidFill>
                  <a:srgbClr val="92400E"/>
                </a:solidFill>
                <a:latin typeface="Aptos"/>
              </a:rPr>
              <a:t>Belief store</a:t>
            </a:r>
          </a:p>
        </p:txBody>
      </p:sp>
      <p:cxnSp>
        <p:nvCxnSpPr>
          <p:cNvPr id="21" name="Connector 20"/>
          <p:cNvCxnSpPr/>
          <p:nvPr/>
        </p:nvCxnSpPr>
        <p:spPr>
          <a:xfrm>
            <a:off x="3757507" y="3633667"/>
            <a:ext cx="0" cy="320040"/>
          </a:xfrm>
          <a:prstGeom prst="line">
            <a:avLst/>
          </a:prstGeom>
          <a:ln w="15240">
            <a:solidFill>
              <a:srgbClr val="94A3B8"/>
            </a:solidFill>
            <a:tailEnd type="triangle" w="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1151467" y="3999427"/>
            <a:ext cx="5212080" cy="502920"/>
          </a:xfrm>
          <a:prstGeom prst="roundRect">
            <a:avLst/>
          </a:prstGeom>
          <a:solidFill>
            <a:srgbClr val="F3F9F5"/>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2800" b="1" dirty="0">
                <a:solidFill>
                  <a:srgbClr val="0E1A12"/>
                </a:solidFill>
                <a:latin typeface="Aptos"/>
              </a:rPr>
              <a:t>Predicates</a:t>
            </a:r>
            <a:endParaRPr sz="1100" b="1" dirty="0">
              <a:solidFill>
                <a:srgbClr val="0E1A12"/>
              </a:solidFill>
              <a:latin typeface="Aptos"/>
            </a:endParaRPr>
          </a:p>
        </p:txBody>
      </p:sp>
      <p:cxnSp>
        <p:nvCxnSpPr>
          <p:cNvPr id="23" name="Connector 22"/>
          <p:cNvCxnSpPr/>
          <p:nvPr/>
        </p:nvCxnSpPr>
        <p:spPr>
          <a:xfrm>
            <a:off x="3757507" y="4548067"/>
            <a:ext cx="0" cy="320040"/>
          </a:xfrm>
          <a:prstGeom prst="line">
            <a:avLst/>
          </a:prstGeom>
          <a:ln w="15240">
            <a:solidFill>
              <a:srgbClr val="94A3B8"/>
            </a:solidFill>
            <a:tailEnd type="triangle" w="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151467" y="4913827"/>
            <a:ext cx="5212080" cy="502920"/>
          </a:xfrm>
          <a:prstGeom prst="roundRect">
            <a:avLst/>
          </a:prstGeom>
          <a:solidFill>
            <a:srgbClr val="226C40"/>
          </a:solidFill>
          <a:ln w="15240">
            <a:solidFill>
              <a:srgbClr val="133D24"/>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2000" b="1" dirty="0">
                <a:solidFill>
                  <a:srgbClr val="FFFFFF"/>
                </a:solidFill>
                <a:latin typeface="Aptos"/>
              </a:rPr>
              <a:t>Voice policy</a:t>
            </a:r>
          </a:p>
        </p:txBody>
      </p:sp>
      <p:sp>
        <p:nvSpPr>
          <p:cNvPr id="26" name="TextBox 25"/>
          <p:cNvSpPr txBox="1"/>
          <p:nvPr/>
        </p:nvSpPr>
        <p:spPr>
          <a:xfrm>
            <a:off x="11430000" y="6400800"/>
            <a:ext cx="274320" cy="182880"/>
          </a:xfrm>
          <a:prstGeom prst="rect">
            <a:avLst/>
          </a:prstGeom>
          <a:noFill/>
        </p:spPr>
        <p:txBody>
          <a:bodyPr wrap="square" lIns="0" tIns="0" rIns="0" bIns="0">
            <a:spAutoFit/>
          </a:bodyPr>
          <a:lstStyle/>
          <a:p>
            <a:pPr algn="r"/>
            <a:r>
              <a:rPr sz="900" b="0">
                <a:solidFill>
                  <a:srgbClr val="64748B"/>
                </a:solidFill>
                <a:latin typeface="Aptos"/>
              </a:rPr>
              <a:t>4</a:t>
            </a:r>
          </a:p>
        </p:txBody>
      </p:sp>
      <p:sp>
        <p:nvSpPr>
          <p:cNvPr id="27" name="Slide Number Placeholder 3">
            <a:extLst>
              <a:ext uri="{FF2B5EF4-FFF2-40B4-BE49-F238E27FC236}">
                <a16:creationId xmlns:a16="http://schemas.microsoft.com/office/drawing/2014/main" id="{24EDD7F2-0CC2-CCB5-C5DA-AE77F2B85954}"/>
              </a:ext>
            </a:extLst>
          </p:cNvPr>
          <p:cNvSpPr>
            <a:spLocks noGrp="1"/>
          </p:cNvSpPr>
          <p:nvPr>
            <p:ph type="sldNum" sz="quarter" idx="4"/>
          </p:nvPr>
        </p:nvSpPr>
        <p:spPr>
          <a:xfrm>
            <a:off x="11309555" y="6354305"/>
            <a:ext cx="578303" cy="365125"/>
          </a:xfrm>
        </p:spPr>
        <p:txBody>
          <a:bodyPr/>
          <a:lstStyle/>
          <a:p>
            <a:fld id="{8924E1A2-84D3-4C4C-BD0E-51C3B46507A6}" type="slidenum">
              <a:rPr lang="es-ES" smtClean="0"/>
              <a:pPr/>
              <a:t>4</a:t>
            </a:fld>
            <a:endParaRPr lang="es-ES" dirty="0"/>
          </a:p>
        </p:txBody>
      </p:sp>
      <p:sp>
        <p:nvSpPr>
          <p:cNvPr id="28" name="Rounded Rectangle 27"/>
          <p:cNvSpPr/>
          <p:nvPr/>
        </p:nvSpPr>
        <p:spPr>
          <a:xfrm>
            <a:off x="7764771" y="3222187"/>
            <a:ext cx="2009542" cy="365760"/>
          </a:xfrm>
          <a:prstGeom prst="roundRect">
            <a:avLst/>
          </a:prstGeom>
          <a:solidFill>
            <a:srgbClr val="F3F9F5"/>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1600" b="1" dirty="0" err="1">
                <a:solidFill>
                  <a:srgbClr val="0E1A12"/>
                </a:solidFill>
                <a:latin typeface="Aptos"/>
              </a:rPr>
              <a:t>TargetSeen</a:t>
            </a:r>
            <a:endParaRPr sz="1600" b="1" dirty="0">
              <a:solidFill>
                <a:srgbClr val="0E1A12"/>
              </a:solidFill>
              <a:latin typeface="Aptos"/>
            </a:endParaRPr>
          </a:p>
        </p:txBody>
      </p:sp>
      <p:cxnSp>
        <p:nvCxnSpPr>
          <p:cNvPr id="29" name="Connector 28"/>
          <p:cNvCxnSpPr>
            <a:cxnSpLocks/>
            <a:stCxn id="22" idx="3"/>
            <a:endCxn id="28" idx="1"/>
          </p:cNvCxnSpPr>
          <p:nvPr/>
        </p:nvCxnSpPr>
        <p:spPr>
          <a:xfrm flipV="1">
            <a:off x="6363547" y="3405067"/>
            <a:ext cx="1401224" cy="845820"/>
          </a:xfrm>
          <a:prstGeom prst="line">
            <a:avLst/>
          </a:prstGeom>
          <a:ln w="15240">
            <a:solidFill>
              <a:srgbClr val="94A3B8"/>
            </a:solidFill>
            <a:tailEnd type="triangle" w="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764771" y="3770827"/>
            <a:ext cx="2009542" cy="365760"/>
          </a:xfrm>
          <a:prstGeom prst="roundRect">
            <a:avLst/>
          </a:prstGeom>
          <a:solidFill>
            <a:srgbClr val="F3F9F5"/>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1600" b="1" dirty="0" err="1">
                <a:solidFill>
                  <a:srgbClr val="0E1A12"/>
                </a:solidFill>
                <a:latin typeface="Aptos"/>
              </a:rPr>
              <a:t>SceneSectionLikely</a:t>
            </a:r>
            <a:endParaRPr sz="1600" b="1" dirty="0">
              <a:solidFill>
                <a:srgbClr val="0E1A12"/>
              </a:solidFill>
              <a:latin typeface="Aptos"/>
            </a:endParaRPr>
          </a:p>
        </p:txBody>
      </p:sp>
      <p:cxnSp>
        <p:nvCxnSpPr>
          <p:cNvPr id="31" name="Connector 30"/>
          <p:cNvCxnSpPr>
            <a:cxnSpLocks/>
            <a:stCxn id="22" idx="3"/>
            <a:endCxn id="30" idx="1"/>
          </p:cNvCxnSpPr>
          <p:nvPr/>
        </p:nvCxnSpPr>
        <p:spPr>
          <a:xfrm flipV="1">
            <a:off x="6363547" y="3953707"/>
            <a:ext cx="1401224" cy="297180"/>
          </a:xfrm>
          <a:prstGeom prst="line">
            <a:avLst/>
          </a:prstGeom>
          <a:ln w="15240">
            <a:solidFill>
              <a:srgbClr val="94A3B8"/>
            </a:solidFill>
            <a:tailEnd type="triangle" w="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764771" y="4319467"/>
            <a:ext cx="2009542" cy="365760"/>
          </a:xfrm>
          <a:prstGeom prst="roundRect">
            <a:avLst/>
          </a:prstGeom>
          <a:solidFill>
            <a:srgbClr val="F3F9F5"/>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1600" b="1" dirty="0" err="1">
                <a:solidFill>
                  <a:srgbClr val="0E1A12"/>
                </a:solidFill>
                <a:latin typeface="Aptos"/>
              </a:rPr>
              <a:t>SceneTargetLikely</a:t>
            </a:r>
            <a:endParaRPr sz="1200" b="1" dirty="0">
              <a:solidFill>
                <a:srgbClr val="0E1A12"/>
              </a:solidFill>
              <a:latin typeface="Aptos"/>
            </a:endParaRPr>
          </a:p>
        </p:txBody>
      </p:sp>
      <p:cxnSp>
        <p:nvCxnSpPr>
          <p:cNvPr id="33" name="Connector 32"/>
          <p:cNvCxnSpPr>
            <a:cxnSpLocks/>
            <a:endCxn id="32" idx="1"/>
          </p:cNvCxnSpPr>
          <p:nvPr/>
        </p:nvCxnSpPr>
        <p:spPr>
          <a:xfrm>
            <a:off x="6483935" y="4424623"/>
            <a:ext cx="1280836" cy="77724"/>
          </a:xfrm>
          <a:prstGeom prst="line">
            <a:avLst/>
          </a:prstGeom>
          <a:ln w="15240">
            <a:solidFill>
              <a:srgbClr val="94A3B8"/>
            </a:solidFill>
            <a:tailEnd type="triangle" w="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764771" y="4868107"/>
            <a:ext cx="2009542" cy="365760"/>
          </a:xfrm>
          <a:prstGeom prst="roundRect">
            <a:avLst/>
          </a:prstGeom>
          <a:solidFill>
            <a:srgbClr val="F3F9F5"/>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1600" b="1" dirty="0" err="1">
                <a:solidFill>
                  <a:srgbClr val="0E1A12"/>
                </a:solidFill>
                <a:latin typeface="Aptos"/>
              </a:rPr>
              <a:t>HazardVisible</a:t>
            </a:r>
            <a:endParaRPr sz="1200" b="1" dirty="0">
              <a:solidFill>
                <a:srgbClr val="0E1A12"/>
              </a:solidFill>
              <a:latin typeface="Aptos"/>
            </a:endParaRPr>
          </a:p>
        </p:txBody>
      </p:sp>
      <p:cxnSp>
        <p:nvCxnSpPr>
          <p:cNvPr id="35" name="Connector 34"/>
          <p:cNvCxnSpPr>
            <a:cxnSpLocks/>
            <a:stCxn id="22" idx="3"/>
            <a:endCxn id="34" idx="1"/>
          </p:cNvCxnSpPr>
          <p:nvPr/>
        </p:nvCxnSpPr>
        <p:spPr>
          <a:xfrm>
            <a:off x="6363547" y="4250887"/>
            <a:ext cx="1401224" cy="800100"/>
          </a:xfrm>
          <a:prstGeom prst="line">
            <a:avLst/>
          </a:prstGeom>
          <a:ln w="15240">
            <a:solidFill>
              <a:srgbClr val="94A3B8"/>
            </a:solidFill>
            <a:tailEnd type="triangle" w="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0922" y="329475"/>
            <a:ext cx="10972800" cy="430887"/>
          </a:xfrm>
          <a:prstGeom prst="rect">
            <a:avLst/>
          </a:prstGeom>
          <a:noFill/>
        </p:spPr>
        <p:txBody>
          <a:bodyPr wrap="square" lIns="0" tIns="0" rIns="0" bIns="0">
            <a:spAutoFit/>
          </a:bodyPr>
          <a:lstStyle/>
          <a:p>
            <a:r>
              <a:rPr sz="2800" b="1" dirty="0">
                <a:solidFill>
                  <a:srgbClr val="0E1A12"/>
                </a:solidFill>
                <a:latin typeface="Aptos"/>
              </a:rPr>
              <a:t>OpenAI VLM benchmark · which model to deploy</a:t>
            </a:r>
          </a:p>
        </p:txBody>
      </p:sp>
      <p:sp>
        <p:nvSpPr>
          <p:cNvPr id="7" name="TextBox 6"/>
          <p:cNvSpPr txBox="1"/>
          <p:nvPr/>
        </p:nvSpPr>
        <p:spPr>
          <a:xfrm>
            <a:off x="11430000" y="6400800"/>
            <a:ext cx="274320" cy="182880"/>
          </a:xfrm>
          <a:prstGeom prst="rect">
            <a:avLst/>
          </a:prstGeom>
          <a:noFill/>
        </p:spPr>
        <p:txBody>
          <a:bodyPr wrap="square" lIns="0" tIns="0" rIns="0" bIns="0">
            <a:spAutoFit/>
          </a:bodyPr>
          <a:lstStyle/>
          <a:p>
            <a:pPr algn="r"/>
            <a:r>
              <a:rPr sz="900" b="0">
                <a:solidFill>
                  <a:srgbClr val="64748B"/>
                </a:solidFill>
                <a:latin typeface="Aptos"/>
              </a:rPr>
              <a:t>5</a:t>
            </a:r>
          </a:p>
        </p:txBody>
      </p:sp>
      <p:sp>
        <p:nvSpPr>
          <p:cNvPr id="8" name="Slide Number Placeholder 3">
            <a:extLst>
              <a:ext uri="{FF2B5EF4-FFF2-40B4-BE49-F238E27FC236}">
                <a16:creationId xmlns:a16="http://schemas.microsoft.com/office/drawing/2014/main" id="{52D7F48C-E086-8EC5-2E9A-F453B98EAEB4}"/>
              </a:ext>
            </a:extLst>
          </p:cNvPr>
          <p:cNvSpPr>
            <a:spLocks noGrp="1"/>
          </p:cNvSpPr>
          <p:nvPr>
            <p:ph type="sldNum" sz="quarter" idx="4"/>
          </p:nvPr>
        </p:nvSpPr>
        <p:spPr>
          <a:xfrm>
            <a:off x="11309555" y="6354305"/>
            <a:ext cx="578303" cy="365125"/>
          </a:xfrm>
        </p:spPr>
        <p:txBody>
          <a:bodyPr/>
          <a:lstStyle/>
          <a:p>
            <a:fld id="{8924E1A2-84D3-4C4C-BD0E-51C3B46507A6}" type="slidenum">
              <a:rPr lang="es-ES" smtClean="0"/>
              <a:pPr/>
              <a:t>5</a:t>
            </a:fld>
            <a:endParaRPr lang="es-ES" dirty="0"/>
          </a:p>
        </p:txBody>
      </p:sp>
      <p:pic>
        <p:nvPicPr>
          <p:cNvPr id="9" name="Picture 8" descr="chart_vlm_scatter_v2.png"/>
          <p:cNvPicPr>
            <a:picLocks noChangeAspect="1"/>
          </p:cNvPicPr>
          <p:nvPr/>
        </p:nvPicPr>
        <p:blipFill>
          <a:blip r:embed="rId3"/>
          <a:stretch>
            <a:fillRect/>
          </a:stretch>
        </p:blipFill>
        <p:spPr>
          <a:xfrm>
            <a:off x="860002" y="1050026"/>
            <a:ext cx="9091866" cy="4757948"/>
          </a:xfrm>
          <a:prstGeom prst="rect">
            <a:avLst/>
          </a:prstGeom>
          <a:ln w="38100" cap="sq">
            <a:solidFill>
              <a:srgbClr val="133D24"/>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5058" y="347472"/>
            <a:ext cx="10972800" cy="492443"/>
          </a:xfrm>
          <a:prstGeom prst="rect">
            <a:avLst/>
          </a:prstGeom>
          <a:noFill/>
        </p:spPr>
        <p:txBody>
          <a:bodyPr wrap="square" lIns="0" tIns="0" rIns="0" bIns="0">
            <a:spAutoFit/>
          </a:bodyPr>
          <a:lstStyle/>
          <a:p>
            <a:r>
              <a:rPr sz="3200" b="1" dirty="0" err="1">
                <a:solidFill>
                  <a:srgbClr val="0E1A12"/>
                </a:solidFill>
                <a:latin typeface="Aptos"/>
              </a:rPr>
              <a:t>TargetSeen</a:t>
            </a:r>
            <a:r>
              <a:rPr sz="3200" b="1" dirty="0">
                <a:solidFill>
                  <a:srgbClr val="0E1A12"/>
                </a:solidFill>
                <a:latin typeface="Aptos"/>
              </a:rPr>
              <a:t> · how the three </a:t>
            </a:r>
            <a:r>
              <a:rPr lang="es-ES" sz="3200" b="1" dirty="0" err="1">
                <a:solidFill>
                  <a:srgbClr val="0E1A12"/>
                </a:solidFill>
                <a:latin typeface="Aptos"/>
              </a:rPr>
              <a:t>models</a:t>
            </a:r>
            <a:r>
              <a:rPr sz="3200" b="1" dirty="0">
                <a:solidFill>
                  <a:srgbClr val="0E1A12"/>
                </a:solidFill>
                <a:latin typeface="Aptos"/>
              </a:rPr>
              <a:t> fuse</a:t>
            </a:r>
          </a:p>
        </p:txBody>
      </p:sp>
      <p:sp>
        <p:nvSpPr>
          <p:cNvPr id="4" name="TextBox 3"/>
          <p:cNvSpPr txBox="1"/>
          <p:nvPr/>
        </p:nvSpPr>
        <p:spPr>
          <a:xfrm>
            <a:off x="640080" y="1554480"/>
            <a:ext cx="4572000" cy="215444"/>
          </a:xfrm>
          <a:prstGeom prst="rect">
            <a:avLst/>
          </a:prstGeom>
          <a:noFill/>
        </p:spPr>
        <p:txBody>
          <a:bodyPr wrap="square" lIns="0" tIns="0" rIns="0" bIns="0">
            <a:spAutoFit/>
          </a:bodyPr>
          <a:lstStyle/>
          <a:p>
            <a:r>
              <a:rPr sz="1400" b="1" dirty="0">
                <a:solidFill>
                  <a:srgbClr val="64748B"/>
                </a:solidFill>
                <a:latin typeface="Aptos"/>
              </a:rPr>
              <a:t>Inputs (with frame timestamp)</a:t>
            </a:r>
          </a:p>
        </p:txBody>
      </p:sp>
      <p:sp>
        <p:nvSpPr>
          <p:cNvPr id="5" name="Rounded Rectangle 4"/>
          <p:cNvSpPr/>
          <p:nvPr/>
        </p:nvSpPr>
        <p:spPr>
          <a:xfrm>
            <a:off x="640080" y="1920240"/>
            <a:ext cx="4572000" cy="640080"/>
          </a:xfrm>
          <a:prstGeom prst="roundRect">
            <a:avLst/>
          </a:prstGeom>
          <a:solidFill>
            <a:srgbClr val="FFFFFF"/>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endParaRPr/>
          </a:p>
        </p:txBody>
      </p:sp>
      <p:sp>
        <p:nvSpPr>
          <p:cNvPr id="6" name="TextBox 5"/>
          <p:cNvSpPr txBox="1"/>
          <p:nvPr/>
        </p:nvSpPr>
        <p:spPr>
          <a:xfrm>
            <a:off x="868680" y="1993392"/>
            <a:ext cx="4114800" cy="246221"/>
          </a:xfrm>
          <a:prstGeom prst="rect">
            <a:avLst/>
          </a:prstGeom>
          <a:noFill/>
        </p:spPr>
        <p:txBody>
          <a:bodyPr wrap="square" lIns="0" tIns="0" rIns="0" bIns="0">
            <a:spAutoFit/>
          </a:bodyPr>
          <a:lstStyle/>
          <a:p>
            <a:r>
              <a:rPr sz="1600" b="1" dirty="0">
                <a:solidFill>
                  <a:srgbClr val="0E1A12"/>
                </a:solidFill>
                <a:latin typeface="Aptos"/>
              </a:rPr>
              <a:t>OWLv2 detector</a:t>
            </a:r>
          </a:p>
        </p:txBody>
      </p:sp>
      <p:sp>
        <p:nvSpPr>
          <p:cNvPr id="7" name="TextBox 6"/>
          <p:cNvSpPr txBox="1"/>
          <p:nvPr/>
        </p:nvSpPr>
        <p:spPr>
          <a:xfrm>
            <a:off x="868680" y="2286000"/>
            <a:ext cx="4114800" cy="184666"/>
          </a:xfrm>
          <a:prstGeom prst="rect">
            <a:avLst/>
          </a:prstGeom>
          <a:noFill/>
        </p:spPr>
        <p:txBody>
          <a:bodyPr wrap="square" lIns="0" tIns="0" rIns="0" bIns="0">
            <a:spAutoFit/>
          </a:bodyPr>
          <a:lstStyle/>
          <a:p>
            <a:r>
              <a:rPr sz="1200" dirty="0">
                <a:solidFill>
                  <a:srgbClr val="334155"/>
                </a:solidFill>
                <a:latin typeface="Aptos"/>
              </a:rPr>
              <a:t>Vision model running in the PC</a:t>
            </a:r>
          </a:p>
        </p:txBody>
      </p:sp>
      <p:sp>
        <p:nvSpPr>
          <p:cNvPr id="8" name="Rounded Rectangle 7"/>
          <p:cNvSpPr/>
          <p:nvPr/>
        </p:nvSpPr>
        <p:spPr>
          <a:xfrm>
            <a:off x="640080" y="2697480"/>
            <a:ext cx="4572000" cy="640080"/>
          </a:xfrm>
          <a:prstGeom prst="roundRect">
            <a:avLst/>
          </a:prstGeom>
          <a:solidFill>
            <a:srgbClr val="FFFFFF"/>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endParaRPr/>
          </a:p>
        </p:txBody>
      </p:sp>
      <p:sp>
        <p:nvSpPr>
          <p:cNvPr id="9" name="TextBox 8"/>
          <p:cNvSpPr txBox="1"/>
          <p:nvPr/>
        </p:nvSpPr>
        <p:spPr>
          <a:xfrm>
            <a:off x="868680" y="2770632"/>
            <a:ext cx="4114800" cy="246221"/>
          </a:xfrm>
          <a:prstGeom prst="rect">
            <a:avLst/>
          </a:prstGeom>
          <a:noFill/>
        </p:spPr>
        <p:txBody>
          <a:bodyPr wrap="square" lIns="0" tIns="0" rIns="0" bIns="0">
            <a:spAutoFit/>
          </a:bodyPr>
          <a:lstStyle/>
          <a:p>
            <a:r>
              <a:rPr sz="1600" b="1" dirty="0">
                <a:solidFill>
                  <a:srgbClr val="0E1A12"/>
                </a:solidFill>
                <a:latin typeface="Aptos"/>
              </a:rPr>
              <a:t>OCR</a:t>
            </a:r>
          </a:p>
        </p:txBody>
      </p:sp>
      <p:sp>
        <p:nvSpPr>
          <p:cNvPr id="10" name="TextBox 9"/>
          <p:cNvSpPr txBox="1"/>
          <p:nvPr/>
        </p:nvSpPr>
        <p:spPr>
          <a:xfrm>
            <a:off x="868680" y="3063240"/>
            <a:ext cx="4114800" cy="184666"/>
          </a:xfrm>
          <a:prstGeom prst="rect">
            <a:avLst/>
          </a:prstGeom>
          <a:noFill/>
        </p:spPr>
        <p:txBody>
          <a:bodyPr wrap="square" lIns="0" tIns="0" rIns="0" bIns="0">
            <a:spAutoFit/>
          </a:bodyPr>
          <a:lstStyle/>
          <a:p>
            <a:r>
              <a:rPr sz="1200" dirty="0">
                <a:solidFill>
                  <a:srgbClr val="334155"/>
                </a:solidFill>
                <a:latin typeface="Aptos"/>
              </a:rPr>
              <a:t>Reads text on the product / shelf</a:t>
            </a:r>
          </a:p>
        </p:txBody>
      </p:sp>
      <p:sp>
        <p:nvSpPr>
          <p:cNvPr id="11" name="Rounded Rectangle 10"/>
          <p:cNvSpPr/>
          <p:nvPr/>
        </p:nvSpPr>
        <p:spPr>
          <a:xfrm>
            <a:off x="640080" y="3474720"/>
            <a:ext cx="4572000" cy="640080"/>
          </a:xfrm>
          <a:prstGeom prst="roundRect">
            <a:avLst/>
          </a:prstGeom>
          <a:solidFill>
            <a:srgbClr val="FFFFFF"/>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endParaRPr/>
          </a:p>
        </p:txBody>
      </p:sp>
      <p:sp>
        <p:nvSpPr>
          <p:cNvPr id="12" name="TextBox 11"/>
          <p:cNvSpPr txBox="1"/>
          <p:nvPr/>
        </p:nvSpPr>
        <p:spPr>
          <a:xfrm>
            <a:off x="868680" y="3547872"/>
            <a:ext cx="4114800" cy="246221"/>
          </a:xfrm>
          <a:prstGeom prst="rect">
            <a:avLst/>
          </a:prstGeom>
          <a:noFill/>
        </p:spPr>
        <p:txBody>
          <a:bodyPr wrap="square" lIns="0" tIns="0" rIns="0" bIns="0">
            <a:spAutoFit/>
          </a:bodyPr>
          <a:lstStyle/>
          <a:p>
            <a:r>
              <a:rPr sz="1600" b="1" dirty="0">
                <a:solidFill>
                  <a:srgbClr val="0E1A12"/>
                </a:solidFill>
                <a:latin typeface="Aptos"/>
              </a:rPr>
              <a:t>VLM · sees the target</a:t>
            </a:r>
          </a:p>
        </p:txBody>
      </p:sp>
      <p:sp>
        <p:nvSpPr>
          <p:cNvPr id="13" name="TextBox 12"/>
          <p:cNvSpPr txBox="1"/>
          <p:nvPr/>
        </p:nvSpPr>
        <p:spPr>
          <a:xfrm>
            <a:off x="868680" y="3840480"/>
            <a:ext cx="4114800" cy="184666"/>
          </a:xfrm>
          <a:prstGeom prst="rect">
            <a:avLst/>
          </a:prstGeom>
          <a:noFill/>
        </p:spPr>
        <p:txBody>
          <a:bodyPr wrap="square" lIns="0" tIns="0" rIns="0" bIns="0">
            <a:spAutoFit/>
          </a:bodyPr>
          <a:lstStyle/>
          <a:p>
            <a:r>
              <a:rPr sz="1200" dirty="0">
                <a:solidFill>
                  <a:srgbClr val="334155"/>
                </a:solidFill>
                <a:latin typeface="Aptos"/>
              </a:rPr>
              <a:t>GPT-5.4-mini says the product is in the frame</a:t>
            </a:r>
          </a:p>
        </p:txBody>
      </p:sp>
      <p:sp>
        <p:nvSpPr>
          <p:cNvPr id="14" name="Rounded Rectangle 13"/>
          <p:cNvSpPr/>
          <p:nvPr/>
        </p:nvSpPr>
        <p:spPr>
          <a:xfrm>
            <a:off x="640080" y="4251960"/>
            <a:ext cx="4572000" cy="640080"/>
          </a:xfrm>
          <a:prstGeom prst="roundRect">
            <a:avLst/>
          </a:prstGeom>
          <a:solidFill>
            <a:srgbClr val="FFFFFF"/>
          </a:solidFill>
          <a:ln w="15240">
            <a:solidFill>
              <a:srgbClr val="226C40"/>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endParaRPr/>
          </a:p>
        </p:txBody>
      </p:sp>
      <p:sp>
        <p:nvSpPr>
          <p:cNvPr id="15" name="TextBox 14"/>
          <p:cNvSpPr txBox="1"/>
          <p:nvPr/>
        </p:nvSpPr>
        <p:spPr>
          <a:xfrm>
            <a:off x="868680" y="4325112"/>
            <a:ext cx="4114800" cy="246221"/>
          </a:xfrm>
          <a:prstGeom prst="rect">
            <a:avLst/>
          </a:prstGeom>
          <a:noFill/>
        </p:spPr>
        <p:txBody>
          <a:bodyPr wrap="square" lIns="0" tIns="0" rIns="0" bIns="0">
            <a:spAutoFit/>
          </a:bodyPr>
          <a:lstStyle/>
          <a:p>
            <a:r>
              <a:rPr sz="1600" b="1" dirty="0">
                <a:solidFill>
                  <a:srgbClr val="0E1A12"/>
                </a:solidFill>
                <a:latin typeface="Aptos"/>
              </a:rPr>
              <a:t>VLM · we're in the right section</a:t>
            </a:r>
          </a:p>
        </p:txBody>
      </p:sp>
      <p:sp>
        <p:nvSpPr>
          <p:cNvPr id="16" name="TextBox 15"/>
          <p:cNvSpPr txBox="1"/>
          <p:nvPr/>
        </p:nvSpPr>
        <p:spPr>
          <a:xfrm>
            <a:off x="868680" y="4617720"/>
            <a:ext cx="4114800" cy="184666"/>
          </a:xfrm>
          <a:prstGeom prst="rect">
            <a:avLst/>
          </a:prstGeom>
          <a:noFill/>
        </p:spPr>
        <p:txBody>
          <a:bodyPr wrap="square" lIns="0" tIns="0" rIns="0" bIns="0">
            <a:spAutoFit/>
          </a:bodyPr>
          <a:lstStyle/>
          <a:p>
            <a:r>
              <a:rPr sz="1200" dirty="0">
                <a:solidFill>
                  <a:srgbClr val="334155"/>
                </a:solidFill>
                <a:latin typeface="Aptos"/>
              </a:rPr>
              <a:t>Scene matches the target's category</a:t>
            </a:r>
          </a:p>
        </p:txBody>
      </p:sp>
      <p:cxnSp>
        <p:nvCxnSpPr>
          <p:cNvPr id="17" name="Connector 16"/>
          <p:cNvCxnSpPr/>
          <p:nvPr/>
        </p:nvCxnSpPr>
        <p:spPr>
          <a:xfrm>
            <a:off x="5349240" y="3383280"/>
            <a:ext cx="914400" cy="0"/>
          </a:xfrm>
          <a:prstGeom prst="line">
            <a:avLst/>
          </a:prstGeom>
          <a:ln w="25400">
            <a:solidFill>
              <a:srgbClr val="226C40"/>
            </a:solidFill>
            <a:tailEnd type="triangle" w="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55080" y="2468880"/>
            <a:ext cx="2377440" cy="1828800"/>
          </a:xfrm>
          <a:prstGeom prst="roundRect">
            <a:avLst/>
          </a:prstGeom>
          <a:solidFill>
            <a:srgbClr val="226C40"/>
          </a:solidFill>
          <a:ln w="15240">
            <a:solidFill>
              <a:srgbClr val="133D24"/>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lang="es-ES" sz="2400" b="1" dirty="0" err="1">
                <a:solidFill>
                  <a:srgbClr val="FFFFFF"/>
                </a:solidFill>
                <a:latin typeface="Aptos"/>
              </a:rPr>
              <a:t>Predicate</a:t>
            </a:r>
            <a:r>
              <a:rPr lang="es-ES" sz="2400" b="1" dirty="0">
                <a:solidFill>
                  <a:srgbClr val="FFFFFF"/>
                </a:solidFill>
                <a:latin typeface="Aptos"/>
              </a:rPr>
              <a:t>:</a:t>
            </a:r>
          </a:p>
          <a:p>
            <a:pPr algn="ctr"/>
            <a:endParaRPr lang="es-ES" sz="1050" b="1" dirty="0">
              <a:solidFill>
                <a:srgbClr val="FFFFFF"/>
              </a:solidFill>
              <a:latin typeface="Aptos"/>
            </a:endParaRPr>
          </a:p>
          <a:p>
            <a:pPr algn="ctr"/>
            <a:r>
              <a:rPr lang="es-ES" sz="2400" b="1" dirty="0">
                <a:solidFill>
                  <a:srgbClr val="FFFFFF"/>
                </a:solidFill>
                <a:latin typeface="Aptos"/>
              </a:rPr>
              <a:t> </a:t>
            </a:r>
            <a:r>
              <a:rPr sz="2000" b="1" dirty="0" err="1">
                <a:solidFill>
                  <a:srgbClr val="FFFFFF"/>
                </a:solidFill>
                <a:latin typeface="Aptos"/>
              </a:rPr>
              <a:t>TargetSeen</a:t>
            </a:r>
            <a:endParaRPr lang="es-ES" sz="2000" b="1" dirty="0">
              <a:solidFill>
                <a:srgbClr val="FFFFFF"/>
              </a:solidFill>
              <a:latin typeface="Aptos"/>
            </a:endParaRPr>
          </a:p>
        </p:txBody>
      </p:sp>
      <p:sp>
        <p:nvSpPr>
          <p:cNvPr id="20" name="TextBox 19"/>
          <p:cNvSpPr txBox="1"/>
          <p:nvPr/>
        </p:nvSpPr>
        <p:spPr>
          <a:xfrm>
            <a:off x="7038565" y="4514904"/>
            <a:ext cx="1010470" cy="307777"/>
          </a:xfrm>
          <a:prstGeom prst="rect">
            <a:avLst/>
          </a:prstGeom>
          <a:noFill/>
        </p:spPr>
        <p:txBody>
          <a:bodyPr wrap="square" lIns="0" tIns="0" rIns="0" bIns="0">
            <a:spAutoFit/>
          </a:bodyPr>
          <a:lstStyle/>
          <a:p>
            <a:pPr algn="ctr"/>
            <a:r>
              <a:rPr sz="2000" b="1" dirty="0">
                <a:solidFill>
                  <a:srgbClr val="226C40"/>
                </a:solidFill>
                <a:latin typeface="Aptos"/>
              </a:rPr>
              <a:t>ON 0.60</a:t>
            </a:r>
          </a:p>
        </p:txBody>
      </p:sp>
      <p:sp>
        <p:nvSpPr>
          <p:cNvPr id="24" name="TextBox 23"/>
          <p:cNvSpPr txBox="1"/>
          <p:nvPr/>
        </p:nvSpPr>
        <p:spPr>
          <a:xfrm>
            <a:off x="9609589" y="2166456"/>
            <a:ext cx="2194560" cy="246221"/>
          </a:xfrm>
          <a:prstGeom prst="rect">
            <a:avLst/>
          </a:prstGeom>
          <a:noFill/>
        </p:spPr>
        <p:txBody>
          <a:bodyPr wrap="square" lIns="0" tIns="0" rIns="0" bIns="0">
            <a:spAutoFit/>
          </a:bodyPr>
          <a:lstStyle/>
          <a:p>
            <a:r>
              <a:rPr sz="1600" b="1" dirty="0" err="1">
                <a:solidFill>
                  <a:srgbClr val="64748B"/>
                </a:solidFill>
                <a:latin typeface="Aptos"/>
              </a:rPr>
              <a:t>Behaviour</a:t>
            </a:r>
            <a:endParaRPr sz="1600" b="1" dirty="0">
              <a:solidFill>
                <a:srgbClr val="64748B"/>
              </a:solidFill>
              <a:latin typeface="Aptos"/>
            </a:endParaRPr>
          </a:p>
        </p:txBody>
      </p:sp>
      <p:sp>
        <p:nvSpPr>
          <p:cNvPr id="25" name="TextBox 24"/>
          <p:cNvSpPr txBox="1"/>
          <p:nvPr/>
        </p:nvSpPr>
        <p:spPr>
          <a:xfrm>
            <a:off x="9609589" y="2532216"/>
            <a:ext cx="2194560" cy="246221"/>
          </a:xfrm>
          <a:prstGeom prst="rect">
            <a:avLst/>
          </a:prstGeom>
          <a:noFill/>
        </p:spPr>
        <p:txBody>
          <a:bodyPr wrap="square" lIns="0" tIns="0" rIns="0" bIns="0">
            <a:spAutoFit/>
          </a:bodyPr>
          <a:lstStyle/>
          <a:p>
            <a:r>
              <a:rPr sz="1600" b="1" dirty="0">
                <a:solidFill>
                  <a:srgbClr val="226C40"/>
                </a:solidFill>
                <a:latin typeface="Aptos"/>
              </a:rPr>
              <a:t>Strong OWL</a:t>
            </a:r>
          </a:p>
        </p:txBody>
      </p:sp>
      <p:sp>
        <p:nvSpPr>
          <p:cNvPr id="26" name="TextBox 25"/>
          <p:cNvSpPr txBox="1"/>
          <p:nvPr/>
        </p:nvSpPr>
        <p:spPr>
          <a:xfrm>
            <a:off x="9609589" y="2806536"/>
            <a:ext cx="2194560" cy="184666"/>
          </a:xfrm>
          <a:prstGeom prst="rect">
            <a:avLst/>
          </a:prstGeom>
          <a:noFill/>
        </p:spPr>
        <p:txBody>
          <a:bodyPr wrap="square" lIns="0" tIns="0" rIns="0" bIns="0">
            <a:spAutoFit/>
          </a:bodyPr>
          <a:lstStyle/>
          <a:p>
            <a:r>
              <a:rPr sz="1200" b="0" dirty="0">
                <a:solidFill>
                  <a:srgbClr val="334155"/>
                </a:solidFill>
                <a:latin typeface="Aptos"/>
              </a:rPr>
              <a:t>fires on its own</a:t>
            </a:r>
          </a:p>
        </p:txBody>
      </p:sp>
      <p:sp>
        <p:nvSpPr>
          <p:cNvPr id="27" name="TextBox 26"/>
          <p:cNvSpPr txBox="1"/>
          <p:nvPr/>
        </p:nvSpPr>
        <p:spPr>
          <a:xfrm>
            <a:off x="9609589" y="3309456"/>
            <a:ext cx="2194560" cy="246221"/>
          </a:xfrm>
          <a:prstGeom prst="rect">
            <a:avLst/>
          </a:prstGeom>
          <a:noFill/>
        </p:spPr>
        <p:txBody>
          <a:bodyPr wrap="square" lIns="0" tIns="0" rIns="0" bIns="0">
            <a:spAutoFit/>
          </a:bodyPr>
          <a:lstStyle/>
          <a:p>
            <a:r>
              <a:rPr sz="1600" b="1" dirty="0">
                <a:solidFill>
                  <a:srgbClr val="226C40"/>
                </a:solidFill>
                <a:latin typeface="Aptos"/>
              </a:rPr>
              <a:t>Borderline OWL</a:t>
            </a:r>
          </a:p>
        </p:txBody>
      </p:sp>
      <p:sp>
        <p:nvSpPr>
          <p:cNvPr id="28" name="TextBox 27"/>
          <p:cNvSpPr txBox="1"/>
          <p:nvPr/>
        </p:nvSpPr>
        <p:spPr>
          <a:xfrm>
            <a:off x="9609589" y="3583776"/>
            <a:ext cx="2194560" cy="184666"/>
          </a:xfrm>
          <a:prstGeom prst="rect">
            <a:avLst/>
          </a:prstGeom>
          <a:noFill/>
        </p:spPr>
        <p:txBody>
          <a:bodyPr wrap="square" lIns="0" tIns="0" rIns="0" bIns="0">
            <a:spAutoFit/>
          </a:bodyPr>
          <a:lstStyle/>
          <a:p>
            <a:r>
              <a:rPr sz="1200" b="0" dirty="0">
                <a:solidFill>
                  <a:srgbClr val="334155"/>
                </a:solidFill>
                <a:latin typeface="Aptos"/>
              </a:rPr>
              <a:t>needs VLM / section</a:t>
            </a:r>
          </a:p>
        </p:txBody>
      </p:sp>
      <p:sp>
        <p:nvSpPr>
          <p:cNvPr id="29" name="TextBox 28"/>
          <p:cNvSpPr txBox="1"/>
          <p:nvPr/>
        </p:nvSpPr>
        <p:spPr>
          <a:xfrm>
            <a:off x="9609589" y="4086696"/>
            <a:ext cx="2194560" cy="246221"/>
          </a:xfrm>
          <a:prstGeom prst="rect">
            <a:avLst/>
          </a:prstGeom>
          <a:noFill/>
        </p:spPr>
        <p:txBody>
          <a:bodyPr wrap="square" lIns="0" tIns="0" rIns="0" bIns="0">
            <a:spAutoFit/>
          </a:bodyPr>
          <a:lstStyle/>
          <a:p>
            <a:r>
              <a:rPr sz="1600" b="1" dirty="0">
                <a:solidFill>
                  <a:srgbClr val="226C40"/>
                </a:solidFill>
                <a:latin typeface="Aptos"/>
              </a:rPr>
              <a:t>VLM + OCR</a:t>
            </a:r>
          </a:p>
        </p:txBody>
      </p:sp>
      <p:sp>
        <p:nvSpPr>
          <p:cNvPr id="30" name="TextBox 29"/>
          <p:cNvSpPr txBox="1"/>
          <p:nvPr/>
        </p:nvSpPr>
        <p:spPr>
          <a:xfrm>
            <a:off x="9609589" y="4361015"/>
            <a:ext cx="1388378" cy="369332"/>
          </a:xfrm>
          <a:prstGeom prst="rect">
            <a:avLst/>
          </a:prstGeom>
          <a:noFill/>
        </p:spPr>
        <p:txBody>
          <a:bodyPr wrap="square" lIns="0" tIns="0" rIns="0" bIns="0">
            <a:spAutoFit/>
          </a:bodyPr>
          <a:lstStyle/>
          <a:p>
            <a:r>
              <a:rPr sz="1200" b="0" dirty="0">
                <a:solidFill>
                  <a:srgbClr val="334155"/>
                </a:solidFill>
                <a:latin typeface="Aptos"/>
              </a:rPr>
              <a:t>supports brand / hard items</a:t>
            </a:r>
          </a:p>
        </p:txBody>
      </p:sp>
      <p:sp>
        <p:nvSpPr>
          <p:cNvPr id="35" name="TextBox 34"/>
          <p:cNvSpPr txBox="1"/>
          <p:nvPr/>
        </p:nvSpPr>
        <p:spPr>
          <a:xfrm>
            <a:off x="11430000" y="6400800"/>
            <a:ext cx="274320" cy="182880"/>
          </a:xfrm>
          <a:prstGeom prst="rect">
            <a:avLst/>
          </a:prstGeom>
          <a:noFill/>
        </p:spPr>
        <p:txBody>
          <a:bodyPr wrap="square" lIns="0" tIns="0" rIns="0" bIns="0">
            <a:spAutoFit/>
          </a:bodyPr>
          <a:lstStyle/>
          <a:p>
            <a:pPr algn="r"/>
            <a:r>
              <a:rPr sz="900" b="0">
                <a:solidFill>
                  <a:srgbClr val="64748B"/>
                </a:solidFill>
                <a:latin typeface="Aptos"/>
              </a:rPr>
              <a:t>7</a:t>
            </a:r>
          </a:p>
        </p:txBody>
      </p:sp>
      <p:sp>
        <p:nvSpPr>
          <p:cNvPr id="36" name="Slide Number Placeholder 3">
            <a:extLst>
              <a:ext uri="{FF2B5EF4-FFF2-40B4-BE49-F238E27FC236}">
                <a16:creationId xmlns:a16="http://schemas.microsoft.com/office/drawing/2014/main" id="{4F4783B6-E490-9E12-E5FD-7B547EE38CD7}"/>
              </a:ext>
            </a:extLst>
          </p:cNvPr>
          <p:cNvSpPr>
            <a:spLocks noGrp="1"/>
          </p:cNvSpPr>
          <p:nvPr>
            <p:ph type="sldNum" sz="quarter" idx="4"/>
          </p:nvPr>
        </p:nvSpPr>
        <p:spPr>
          <a:xfrm>
            <a:off x="11309555" y="6354305"/>
            <a:ext cx="578303" cy="365125"/>
          </a:xfrm>
        </p:spPr>
        <p:txBody>
          <a:bodyPr/>
          <a:lstStyle/>
          <a:p>
            <a:fld id="{8924E1A2-84D3-4C4C-BD0E-51C3B46507A6}" type="slidenum">
              <a:rPr lang="es-ES" smtClean="0"/>
              <a:pPr/>
              <a:t>6</a:t>
            </a:fld>
            <a:endParaRPr lang="es-ES" dirty="0"/>
          </a:p>
        </p:txBody>
      </p:sp>
      <p:sp>
        <p:nvSpPr>
          <p:cNvPr id="37" name="Rounded Rectangle 36"/>
          <p:cNvSpPr/>
          <p:nvPr/>
        </p:nvSpPr>
        <p:spPr>
          <a:xfrm>
            <a:off x="4114800" y="2011680"/>
            <a:ext cx="1005840" cy="256032"/>
          </a:xfrm>
          <a:prstGeom prst="roundRect">
            <a:avLst/>
          </a:prstGeom>
          <a:solidFill>
            <a:srgbClr val="226C40"/>
          </a:solidFill>
          <a:ln>
            <a:noFill/>
          </a:ln>
          <a:effectLst/>
        </p:spPr>
        <p:style>
          <a:lnRef idx="1">
            <a:schemeClr val="accent1"/>
          </a:lnRef>
          <a:fillRef idx="3">
            <a:schemeClr val="accent1"/>
          </a:fillRef>
          <a:effectRef idx="2">
            <a:schemeClr val="accent1"/>
          </a:effectRef>
          <a:fontRef idx="minor">
            <a:schemeClr val="lt1"/>
          </a:fontRef>
        </p:style>
        <p:txBody>
          <a:bodyPr lIns="36576" tIns="9144" rIns="36576" bIns="9144" rtlCol="0" anchor="ctr"/>
          <a:lstStyle/>
          <a:p>
            <a:pPr algn="ctr"/>
            <a:r>
              <a:rPr sz="900" b="1">
                <a:solidFill>
                  <a:srgbClr val="FFFFFF"/>
                </a:solidFill>
                <a:latin typeface="Aptos"/>
              </a:rPr>
              <a:t>PRIMARY</a:t>
            </a:r>
          </a:p>
        </p:txBody>
      </p:sp>
      <p:sp>
        <p:nvSpPr>
          <p:cNvPr id="38" name="Rounded Rectangle 37"/>
          <p:cNvSpPr/>
          <p:nvPr/>
        </p:nvSpPr>
        <p:spPr>
          <a:xfrm>
            <a:off x="4114800" y="2788920"/>
            <a:ext cx="1005840" cy="256032"/>
          </a:xfrm>
          <a:prstGeom prst="round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lIns="36576" tIns="9144" rIns="36576" bIns="9144" rtlCol="0" anchor="ctr"/>
          <a:lstStyle/>
          <a:p>
            <a:pPr algn="ctr"/>
            <a:r>
              <a:rPr sz="900" b="1">
                <a:solidFill>
                  <a:srgbClr val="64748B"/>
                </a:solidFill>
                <a:latin typeface="Aptos"/>
              </a:rPr>
              <a:t>OPTIONAL</a:t>
            </a:r>
          </a:p>
        </p:txBody>
      </p:sp>
      <p:sp>
        <p:nvSpPr>
          <p:cNvPr id="39" name="Rounded Rectangle 38"/>
          <p:cNvSpPr/>
          <p:nvPr/>
        </p:nvSpPr>
        <p:spPr>
          <a:xfrm>
            <a:off x="4114800" y="3566160"/>
            <a:ext cx="1005840" cy="256032"/>
          </a:xfrm>
          <a:prstGeom prst="roundRect">
            <a:avLst/>
          </a:prstGeom>
          <a:solidFill>
            <a:srgbClr val="4DA06E"/>
          </a:solidFill>
          <a:ln>
            <a:noFill/>
          </a:ln>
          <a:effectLst/>
        </p:spPr>
        <p:style>
          <a:lnRef idx="1">
            <a:schemeClr val="accent1"/>
          </a:lnRef>
          <a:fillRef idx="3">
            <a:schemeClr val="accent1"/>
          </a:fillRef>
          <a:effectRef idx="2">
            <a:schemeClr val="accent1"/>
          </a:effectRef>
          <a:fontRef idx="minor">
            <a:schemeClr val="lt1"/>
          </a:fontRef>
        </p:style>
        <p:txBody>
          <a:bodyPr lIns="36576" tIns="9144" rIns="36576" bIns="9144" rtlCol="0" anchor="ctr"/>
          <a:lstStyle/>
          <a:p>
            <a:pPr algn="ctr"/>
            <a:r>
              <a:rPr sz="900" b="1">
                <a:solidFill>
                  <a:srgbClr val="FFFFFF"/>
                </a:solidFill>
                <a:latin typeface="Aptos"/>
              </a:rPr>
              <a:t>SUPPORT</a:t>
            </a:r>
          </a:p>
        </p:txBody>
      </p:sp>
      <p:sp>
        <p:nvSpPr>
          <p:cNvPr id="40" name="Rounded Rectangle 39"/>
          <p:cNvSpPr/>
          <p:nvPr/>
        </p:nvSpPr>
        <p:spPr>
          <a:xfrm>
            <a:off x="4114800" y="4343400"/>
            <a:ext cx="1005840" cy="256032"/>
          </a:xfrm>
          <a:prstGeom prst="roundRect">
            <a:avLst/>
          </a:prstGeom>
          <a:solidFill>
            <a:srgbClr val="5C8F6C"/>
          </a:solidFill>
          <a:ln>
            <a:noFill/>
          </a:ln>
          <a:effectLst/>
        </p:spPr>
        <p:style>
          <a:lnRef idx="1">
            <a:schemeClr val="accent1"/>
          </a:lnRef>
          <a:fillRef idx="3">
            <a:schemeClr val="accent1"/>
          </a:fillRef>
          <a:effectRef idx="2">
            <a:schemeClr val="accent1"/>
          </a:effectRef>
          <a:fontRef idx="minor">
            <a:schemeClr val="lt1"/>
          </a:fontRef>
        </p:style>
        <p:txBody>
          <a:bodyPr lIns="36576" tIns="9144" rIns="36576" bIns="9144" rtlCol="0" anchor="ctr"/>
          <a:lstStyle/>
          <a:p>
            <a:pPr algn="ctr"/>
            <a:r>
              <a:rPr sz="900" b="1">
                <a:solidFill>
                  <a:srgbClr val="FFFFFF"/>
                </a:solidFill>
                <a:latin typeface="Aptos"/>
              </a:rPr>
              <a:t>CONTEXT</a:t>
            </a:r>
          </a:p>
        </p:txBody>
      </p:sp>
      <p:sp>
        <p:nvSpPr>
          <p:cNvPr id="21" name="TextBox 20">
            <a:extLst>
              <a:ext uri="{FF2B5EF4-FFF2-40B4-BE49-F238E27FC236}">
                <a16:creationId xmlns:a16="http://schemas.microsoft.com/office/drawing/2014/main" id="{A18740F5-75AC-29A6-5957-27BE8B9930D5}"/>
              </a:ext>
            </a:extLst>
          </p:cNvPr>
          <p:cNvSpPr txBox="1"/>
          <p:nvPr/>
        </p:nvSpPr>
        <p:spPr>
          <a:xfrm>
            <a:off x="7038565" y="4853457"/>
            <a:ext cx="1010470" cy="307777"/>
          </a:xfrm>
          <a:prstGeom prst="rect">
            <a:avLst/>
          </a:prstGeom>
          <a:noFill/>
        </p:spPr>
        <p:txBody>
          <a:bodyPr wrap="square" lIns="0" tIns="0" rIns="0" bIns="0">
            <a:spAutoFit/>
          </a:bodyPr>
          <a:lstStyle/>
          <a:p>
            <a:pPr algn="ctr"/>
            <a:r>
              <a:rPr sz="2000" b="1" dirty="0">
                <a:solidFill>
                  <a:srgbClr val="C00000"/>
                </a:solidFill>
                <a:latin typeface="Aptos"/>
              </a:rPr>
              <a:t>OFF 0.45</a:t>
            </a:r>
          </a:p>
        </p:txBody>
      </p:sp>
      <p:sp>
        <p:nvSpPr>
          <p:cNvPr id="22" name="TextBox 21">
            <a:extLst>
              <a:ext uri="{FF2B5EF4-FFF2-40B4-BE49-F238E27FC236}">
                <a16:creationId xmlns:a16="http://schemas.microsoft.com/office/drawing/2014/main" id="{770C0882-83C2-548F-2EC0-FBB62ADCFCC3}"/>
              </a:ext>
            </a:extLst>
          </p:cNvPr>
          <p:cNvSpPr txBox="1"/>
          <p:nvPr/>
        </p:nvSpPr>
        <p:spPr>
          <a:xfrm>
            <a:off x="7038565" y="5161234"/>
            <a:ext cx="1182157" cy="246221"/>
          </a:xfrm>
          <a:prstGeom prst="rect">
            <a:avLst/>
          </a:prstGeom>
          <a:noFill/>
        </p:spPr>
        <p:txBody>
          <a:bodyPr wrap="square" lIns="0" tIns="0" rIns="0" bIns="0">
            <a:spAutoFit/>
          </a:bodyPr>
          <a:lstStyle/>
          <a:p>
            <a:pPr algn="ctr"/>
            <a:r>
              <a:rPr sz="1600" b="0" dirty="0">
                <a:solidFill>
                  <a:srgbClr val="64748B"/>
                </a:solidFill>
                <a:latin typeface="Aptos"/>
              </a:rPr>
              <a:t>hold 700 </a:t>
            </a:r>
            <a:r>
              <a:rPr sz="1600" b="0" dirty="0" err="1">
                <a:solidFill>
                  <a:srgbClr val="64748B"/>
                </a:solidFill>
                <a:latin typeface="Aptos"/>
              </a:rPr>
              <a:t>ms</a:t>
            </a:r>
            <a:endParaRPr sz="1600" b="0" dirty="0">
              <a:solidFill>
                <a:srgbClr val="64748B"/>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8116" y="305182"/>
            <a:ext cx="3157547" cy="553998"/>
          </a:xfrm>
          <a:prstGeom prst="rect">
            <a:avLst/>
          </a:prstGeom>
          <a:noFill/>
        </p:spPr>
        <p:txBody>
          <a:bodyPr wrap="square" lIns="0" tIns="0" rIns="0" bIns="0">
            <a:spAutoFit/>
          </a:bodyPr>
          <a:lstStyle/>
          <a:p>
            <a:r>
              <a:rPr sz="3600" b="1" dirty="0">
                <a:solidFill>
                  <a:srgbClr val="0E1A12"/>
                </a:solidFill>
                <a:latin typeface="Aptos"/>
              </a:rPr>
              <a:t>Voice </a:t>
            </a:r>
            <a:r>
              <a:rPr sz="3600" b="1" dirty="0" err="1">
                <a:solidFill>
                  <a:srgbClr val="0E1A12"/>
                </a:solidFill>
                <a:latin typeface="Aptos"/>
              </a:rPr>
              <a:t>polic</a:t>
            </a:r>
            <a:r>
              <a:rPr lang="es-ES" sz="3600" b="1" dirty="0">
                <a:solidFill>
                  <a:srgbClr val="0E1A12"/>
                </a:solidFill>
                <a:latin typeface="Aptos"/>
              </a:rPr>
              <a:t>y</a:t>
            </a:r>
            <a:endParaRPr sz="3600" b="1" dirty="0">
              <a:solidFill>
                <a:srgbClr val="0E1A12"/>
              </a:solidFill>
              <a:latin typeface="Aptos"/>
            </a:endParaRPr>
          </a:p>
        </p:txBody>
      </p:sp>
      <p:sp>
        <p:nvSpPr>
          <p:cNvPr id="4" name="Rectangle 3"/>
          <p:cNvSpPr/>
          <p:nvPr/>
        </p:nvSpPr>
        <p:spPr>
          <a:xfrm>
            <a:off x="836677" y="1356742"/>
            <a:ext cx="5394959" cy="2377439"/>
          </a:xfrm>
          <a:prstGeom prst="rect">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231637" y="1356742"/>
            <a:ext cx="5394959" cy="2377439"/>
          </a:xfrm>
          <a:prstGeom prst="rect">
            <a:avLst/>
          </a:prstGeom>
          <a:solidFill>
            <a:srgbClr val="EFF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06425" y="1356742"/>
            <a:ext cx="2743200" cy="274320"/>
          </a:xfrm>
          <a:prstGeom prst="rect">
            <a:avLst/>
          </a:prstGeom>
          <a:noFill/>
        </p:spPr>
        <p:txBody>
          <a:bodyPr wrap="square" lIns="0" tIns="0" rIns="0" bIns="0">
            <a:spAutoFit/>
          </a:bodyPr>
          <a:lstStyle/>
          <a:p>
            <a:r>
              <a:rPr sz="1100" b="1">
                <a:solidFill>
                  <a:srgbClr val="7F1D1D"/>
                </a:solidFill>
                <a:latin typeface="Aptos"/>
              </a:rPr>
              <a:t>stale (frame age &gt; 4 s)</a:t>
            </a:r>
          </a:p>
        </p:txBody>
      </p:sp>
      <p:sp>
        <p:nvSpPr>
          <p:cNvPr id="7" name="TextBox 6"/>
          <p:cNvSpPr txBox="1"/>
          <p:nvPr/>
        </p:nvSpPr>
        <p:spPr>
          <a:xfrm>
            <a:off x="6501385" y="1356742"/>
            <a:ext cx="3657600" cy="274320"/>
          </a:xfrm>
          <a:prstGeom prst="rect">
            <a:avLst/>
          </a:prstGeom>
          <a:noFill/>
        </p:spPr>
        <p:txBody>
          <a:bodyPr wrap="square" lIns="0" tIns="0" rIns="0" bIns="0">
            <a:spAutoFit/>
          </a:bodyPr>
          <a:lstStyle/>
          <a:p>
            <a:r>
              <a:rPr sz="1100" b="1">
                <a:solidFill>
                  <a:srgbClr val="226C40"/>
                </a:solidFill>
                <a:latin typeface="Aptos"/>
              </a:rPr>
              <a:t>freshness window (last 4 s)</a:t>
            </a:r>
          </a:p>
        </p:txBody>
      </p:sp>
      <p:sp>
        <p:nvSpPr>
          <p:cNvPr id="8" name="TextBox 7"/>
          <p:cNvSpPr txBox="1"/>
          <p:nvPr/>
        </p:nvSpPr>
        <p:spPr>
          <a:xfrm>
            <a:off x="-127185" y="1585342"/>
            <a:ext cx="777240" cy="274320"/>
          </a:xfrm>
          <a:prstGeom prst="rect">
            <a:avLst/>
          </a:prstGeom>
          <a:noFill/>
        </p:spPr>
        <p:txBody>
          <a:bodyPr wrap="square" lIns="0" tIns="0" rIns="0" bIns="0">
            <a:spAutoFit/>
          </a:bodyPr>
          <a:lstStyle/>
          <a:p>
            <a:pPr algn="r"/>
            <a:r>
              <a:rPr sz="1200" b="1">
                <a:solidFill>
                  <a:srgbClr val="0E1A12"/>
                </a:solidFill>
                <a:latin typeface="Aptos"/>
              </a:rPr>
              <a:t>OWL</a:t>
            </a:r>
          </a:p>
        </p:txBody>
      </p:sp>
      <p:sp>
        <p:nvSpPr>
          <p:cNvPr id="9" name="TextBox 8"/>
          <p:cNvSpPr txBox="1"/>
          <p:nvPr/>
        </p:nvSpPr>
        <p:spPr>
          <a:xfrm>
            <a:off x="-188970" y="2255866"/>
            <a:ext cx="777240" cy="274320"/>
          </a:xfrm>
          <a:prstGeom prst="rect">
            <a:avLst/>
          </a:prstGeom>
          <a:noFill/>
        </p:spPr>
        <p:txBody>
          <a:bodyPr wrap="square" lIns="0" tIns="0" rIns="0" bIns="0">
            <a:spAutoFit/>
          </a:bodyPr>
          <a:lstStyle/>
          <a:p>
            <a:pPr algn="r"/>
            <a:r>
              <a:rPr sz="1200" b="1">
                <a:solidFill>
                  <a:srgbClr val="0E1A12"/>
                </a:solidFill>
                <a:latin typeface="Aptos"/>
              </a:rPr>
              <a:t>OCR</a:t>
            </a:r>
          </a:p>
        </p:txBody>
      </p:sp>
      <p:sp>
        <p:nvSpPr>
          <p:cNvPr id="10" name="TextBox 9"/>
          <p:cNvSpPr txBox="1"/>
          <p:nvPr/>
        </p:nvSpPr>
        <p:spPr>
          <a:xfrm>
            <a:off x="135483" y="2856950"/>
            <a:ext cx="464723" cy="184666"/>
          </a:xfrm>
          <a:prstGeom prst="rect">
            <a:avLst/>
          </a:prstGeom>
          <a:noFill/>
        </p:spPr>
        <p:txBody>
          <a:bodyPr wrap="square" lIns="0" tIns="0" rIns="0" bIns="0">
            <a:spAutoFit/>
          </a:bodyPr>
          <a:lstStyle/>
          <a:p>
            <a:pPr algn="r"/>
            <a:r>
              <a:rPr sz="1200" b="1" dirty="0">
                <a:solidFill>
                  <a:srgbClr val="0E1A12"/>
                </a:solidFill>
                <a:latin typeface="Aptos"/>
              </a:rPr>
              <a:t>VLM</a:t>
            </a:r>
          </a:p>
        </p:txBody>
      </p:sp>
      <p:cxnSp>
        <p:nvCxnSpPr>
          <p:cNvPr id="11" name="Connector 10"/>
          <p:cNvCxnSpPr/>
          <p:nvPr/>
        </p:nvCxnSpPr>
        <p:spPr>
          <a:xfrm>
            <a:off x="836677" y="3734182"/>
            <a:ext cx="10789920" cy="0"/>
          </a:xfrm>
          <a:prstGeom prst="line">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6677" y="3679318"/>
            <a:ext cx="0" cy="109727"/>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2357" y="3825621"/>
            <a:ext cx="548640" cy="256032"/>
          </a:xfrm>
          <a:prstGeom prst="rect">
            <a:avLst/>
          </a:prstGeom>
          <a:noFill/>
        </p:spPr>
        <p:txBody>
          <a:bodyPr wrap="square" lIns="0" tIns="0" rIns="0" bIns="0">
            <a:spAutoFit/>
          </a:bodyPr>
          <a:lstStyle/>
          <a:p>
            <a:pPr algn="ctr"/>
            <a:r>
              <a:rPr sz="1000" b="0">
                <a:solidFill>
                  <a:srgbClr val="64748B"/>
                </a:solidFill>
                <a:latin typeface="Aptos"/>
              </a:rPr>
              <a:t>0 s</a:t>
            </a:r>
          </a:p>
        </p:txBody>
      </p:sp>
      <p:cxnSp>
        <p:nvCxnSpPr>
          <p:cNvPr id="14" name="Connector 13"/>
          <p:cNvCxnSpPr/>
          <p:nvPr/>
        </p:nvCxnSpPr>
        <p:spPr>
          <a:xfrm>
            <a:off x="2185417" y="3679318"/>
            <a:ext cx="0" cy="109727"/>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911097" y="3825621"/>
            <a:ext cx="548640" cy="256032"/>
          </a:xfrm>
          <a:prstGeom prst="rect">
            <a:avLst/>
          </a:prstGeom>
          <a:noFill/>
        </p:spPr>
        <p:txBody>
          <a:bodyPr wrap="square" lIns="0" tIns="0" rIns="0" bIns="0">
            <a:spAutoFit/>
          </a:bodyPr>
          <a:lstStyle/>
          <a:p>
            <a:pPr algn="ctr"/>
            <a:r>
              <a:rPr sz="1000" b="0">
                <a:solidFill>
                  <a:srgbClr val="64748B"/>
                </a:solidFill>
                <a:latin typeface="Aptos"/>
              </a:rPr>
              <a:t>1 s</a:t>
            </a:r>
          </a:p>
        </p:txBody>
      </p:sp>
      <p:cxnSp>
        <p:nvCxnSpPr>
          <p:cNvPr id="16" name="Connector 15"/>
          <p:cNvCxnSpPr/>
          <p:nvPr/>
        </p:nvCxnSpPr>
        <p:spPr>
          <a:xfrm>
            <a:off x="3534156" y="3679318"/>
            <a:ext cx="0" cy="109727"/>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59837" y="3825621"/>
            <a:ext cx="548640" cy="256032"/>
          </a:xfrm>
          <a:prstGeom prst="rect">
            <a:avLst/>
          </a:prstGeom>
          <a:noFill/>
        </p:spPr>
        <p:txBody>
          <a:bodyPr wrap="square" lIns="0" tIns="0" rIns="0" bIns="0">
            <a:spAutoFit/>
          </a:bodyPr>
          <a:lstStyle/>
          <a:p>
            <a:pPr algn="ctr"/>
            <a:r>
              <a:rPr sz="1000" b="0">
                <a:solidFill>
                  <a:srgbClr val="64748B"/>
                </a:solidFill>
                <a:latin typeface="Aptos"/>
              </a:rPr>
              <a:t>2 s</a:t>
            </a:r>
          </a:p>
        </p:txBody>
      </p:sp>
      <p:cxnSp>
        <p:nvCxnSpPr>
          <p:cNvPr id="18" name="Connector 17"/>
          <p:cNvCxnSpPr/>
          <p:nvPr/>
        </p:nvCxnSpPr>
        <p:spPr>
          <a:xfrm>
            <a:off x="4882897" y="3679318"/>
            <a:ext cx="0" cy="109727"/>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608577" y="3825621"/>
            <a:ext cx="548640" cy="256032"/>
          </a:xfrm>
          <a:prstGeom prst="rect">
            <a:avLst/>
          </a:prstGeom>
          <a:noFill/>
        </p:spPr>
        <p:txBody>
          <a:bodyPr wrap="square" lIns="0" tIns="0" rIns="0" bIns="0">
            <a:spAutoFit/>
          </a:bodyPr>
          <a:lstStyle/>
          <a:p>
            <a:pPr algn="ctr"/>
            <a:r>
              <a:rPr sz="1000" b="0">
                <a:solidFill>
                  <a:srgbClr val="64748B"/>
                </a:solidFill>
                <a:latin typeface="Aptos"/>
              </a:rPr>
              <a:t>3 s</a:t>
            </a:r>
          </a:p>
        </p:txBody>
      </p:sp>
      <p:cxnSp>
        <p:nvCxnSpPr>
          <p:cNvPr id="20" name="Connector 19"/>
          <p:cNvCxnSpPr/>
          <p:nvPr/>
        </p:nvCxnSpPr>
        <p:spPr>
          <a:xfrm>
            <a:off x="6231637" y="3679318"/>
            <a:ext cx="0" cy="109727"/>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57317" y="3825621"/>
            <a:ext cx="548640" cy="256032"/>
          </a:xfrm>
          <a:prstGeom prst="rect">
            <a:avLst/>
          </a:prstGeom>
          <a:noFill/>
        </p:spPr>
        <p:txBody>
          <a:bodyPr wrap="square" lIns="0" tIns="0" rIns="0" bIns="0">
            <a:spAutoFit/>
          </a:bodyPr>
          <a:lstStyle/>
          <a:p>
            <a:pPr algn="ctr"/>
            <a:r>
              <a:rPr sz="1000" b="1">
                <a:solidFill>
                  <a:srgbClr val="64748B"/>
                </a:solidFill>
                <a:latin typeface="Aptos"/>
              </a:rPr>
              <a:t>4 s</a:t>
            </a:r>
          </a:p>
        </p:txBody>
      </p:sp>
      <p:cxnSp>
        <p:nvCxnSpPr>
          <p:cNvPr id="22" name="Connector 21"/>
          <p:cNvCxnSpPr/>
          <p:nvPr/>
        </p:nvCxnSpPr>
        <p:spPr>
          <a:xfrm>
            <a:off x="7580376" y="3679318"/>
            <a:ext cx="0" cy="109727"/>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306056" y="3825621"/>
            <a:ext cx="548640" cy="256032"/>
          </a:xfrm>
          <a:prstGeom prst="rect">
            <a:avLst/>
          </a:prstGeom>
          <a:noFill/>
        </p:spPr>
        <p:txBody>
          <a:bodyPr wrap="square" lIns="0" tIns="0" rIns="0" bIns="0">
            <a:spAutoFit/>
          </a:bodyPr>
          <a:lstStyle/>
          <a:p>
            <a:pPr algn="ctr"/>
            <a:r>
              <a:rPr sz="1000" b="0">
                <a:solidFill>
                  <a:srgbClr val="64748B"/>
                </a:solidFill>
                <a:latin typeface="Aptos"/>
              </a:rPr>
              <a:t>5 s</a:t>
            </a:r>
          </a:p>
        </p:txBody>
      </p:sp>
      <p:cxnSp>
        <p:nvCxnSpPr>
          <p:cNvPr id="24" name="Connector 23"/>
          <p:cNvCxnSpPr/>
          <p:nvPr/>
        </p:nvCxnSpPr>
        <p:spPr>
          <a:xfrm>
            <a:off x="8929117" y="3679318"/>
            <a:ext cx="0" cy="109727"/>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654797" y="3825621"/>
            <a:ext cx="548640" cy="256032"/>
          </a:xfrm>
          <a:prstGeom prst="rect">
            <a:avLst/>
          </a:prstGeom>
          <a:noFill/>
        </p:spPr>
        <p:txBody>
          <a:bodyPr wrap="square" lIns="0" tIns="0" rIns="0" bIns="0">
            <a:spAutoFit/>
          </a:bodyPr>
          <a:lstStyle/>
          <a:p>
            <a:pPr algn="ctr"/>
            <a:r>
              <a:rPr sz="1000" b="0">
                <a:solidFill>
                  <a:srgbClr val="64748B"/>
                </a:solidFill>
                <a:latin typeface="Aptos"/>
              </a:rPr>
              <a:t>6 s</a:t>
            </a:r>
          </a:p>
        </p:txBody>
      </p:sp>
      <p:cxnSp>
        <p:nvCxnSpPr>
          <p:cNvPr id="26" name="Connector 25"/>
          <p:cNvCxnSpPr/>
          <p:nvPr/>
        </p:nvCxnSpPr>
        <p:spPr>
          <a:xfrm>
            <a:off x="10277857" y="3679318"/>
            <a:ext cx="0" cy="109727"/>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003536" y="3825621"/>
            <a:ext cx="548640" cy="256032"/>
          </a:xfrm>
          <a:prstGeom prst="rect">
            <a:avLst/>
          </a:prstGeom>
          <a:noFill/>
        </p:spPr>
        <p:txBody>
          <a:bodyPr wrap="square" lIns="0" tIns="0" rIns="0" bIns="0">
            <a:spAutoFit/>
          </a:bodyPr>
          <a:lstStyle/>
          <a:p>
            <a:pPr algn="ctr"/>
            <a:r>
              <a:rPr sz="1000" b="0">
                <a:solidFill>
                  <a:srgbClr val="64748B"/>
                </a:solidFill>
                <a:latin typeface="Aptos"/>
              </a:rPr>
              <a:t>7 s</a:t>
            </a:r>
          </a:p>
        </p:txBody>
      </p:sp>
      <p:cxnSp>
        <p:nvCxnSpPr>
          <p:cNvPr id="28" name="Connector 27"/>
          <p:cNvCxnSpPr/>
          <p:nvPr/>
        </p:nvCxnSpPr>
        <p:spPr>
          <a:xfrm>
            <a:off x="11626597" y="3679318"/>
            <a:ext cx="0" cy="109727"/>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1352276" y="3825621"/>
            <a:ext cx="548640" cy="256032"/>
          </a:xfrm>
          <a:prstGeom prst="rect">
            <a:avLst/>
          </a:prstGeom>
          <a:noFill/>
        </p:spPr>
        <p:txBody>
          <a:bodyPr wrap="square" lIns="0" tIns="0" rIns="0" bIns="0">
            <a:spAutoFit/>
          </a:bodyPr>
          <a:lstStyle/>
          <a:p>
            <a:pPr algn="ctr"/>
            <a:r>
              <a:rPr sz="1000" b="1">
                <a:solidFill>
                  <a:srgbClr val="DC2626"/>
                </a:solidFill>
                <a:latin typeface="Aptos"/>
              </a:rPr>
              <a:t>now</a:t>
            </a:r>
          </a:p>
        </p:txBody>
      </p:sp>
      <p:cxnSp>
        <p:nvCxnSpPr>
          <p:cNvPr id="30" name="Connector 29"/>
          <p:cNvCxnSpPr/>
          <p:nvPr/>
        </p:nvCxnSpPr>
        <p:spPr>
          <a:xfrm>
            <a:off x="11626597" y="1356742"/>
            <a:ext cx="0" cy="2377440"/>
          </a:xfrm>
          <a:prstGeom prst="line">
            <a:avLst/>
          </a:prstGeom>
          <a:ln w="27940">
            <a:solidFill>
              <a:srgbClr val="DC2626"/>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3451861" y="1594486"/>
            <a:ext cx="164592" cy="164592"/>
          </a:xfrm>
          <a:prstGeom prst="ellipse">
            <a:avLst/>
          </a:prstGeom>
          <a:solidFill>
            <a:srgbClr val="7F1D1D"/>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534156" y="1539622"/>
            <a:ext cx="809244" cy="274320"/>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261105" y="1594486"/>
            <a:ext cx="164592" cy="164592"/>
          </a:xfrm>
          <a:prstGeom prst="ellipse">
            <a:avLst/>
          </a:prstGeom>
          <a:solidFill>
            <a:srgbClr val="94A3B8"/>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5580814" y="1594486"/>
            <a:ext cx="164592" cy="164592"/>
          </a:xfrm>
          <a:prstGeom prst="ellipse">
            <a:avLst/>
          </a:prstGeom>
          <a:solidFill>
            <a:srgbClr val="7F1D1D"/>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663577" y="1539622"/>
            <a:ext cx="809243" cy="274320"/>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385371" y="1576198"/>
            <a:ext cx="164592" cy="164592"/>
          </a:xfrm>
          <a:prstGeom prst="ellipse">
            <a:avLst/>
          </a:prstGeom>
          <a:solidFill>
            <a:srgbClr val="94A3B8"/>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228333" y="1594486"/>
            <a:ext cx="164592" cy="164592"/>
          </a:xfrm>
          <a:prstGeom prst="ellipse">
            <a:avLst/>
          </a:prstGeom>
          <a:solidFill>
            <a:srgbClr val="133D24"/>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310629" y="1539622"/>
            <a:ext cx="809243" cy="274320"/>
          </a:xfrm>
          <a:prstGeom prst="rect">
            <a:avLst/>
          </a:prstGeom>
          <a:solidFill>
            <a:srgbClr val="A7F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8037576" y="1594486"/>
            <a:ext cx="164592" cy="164592"/>
          </a:xfrm>
          <a:prstGeom prst="ellipse">
            <a:avLst/>
          </a:prstGeom>
          <a:solidFill>
            <a:srgbClr val="226C4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846821" y="1594486"/>
            <a:ext cx="164592" cy="164592"/>
          </a:xfrm>
          <a:prstGeom prst="ellipse">
            <a:avLst/>
          </a:prstGeom>
          <a:solidFill>
            <a:srgbClr val="133D24"/>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929117" y="1539622"/>
            <a:ext cx="809243" cy="274320"/>
          </a:xfrm>
          <a:prstGeom prst="rect">
            <a:avLst/>
          </a:prstGeom>
          <a:solidFill>
            <a:srgbClr val="A7F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9656065" y="1594486"/>
            <a:ext cx="164592" cy="164592"/>
          </a:xfrm>
          <a:prstGeom prst="ellipse">
            <a:avLst/>
          </a:prstGeom>
          <a:solidFill>
            <a:srgbClr val="226C4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0195561" y="1594486"/>
            <a:ext cx="164592" cy="164592"/>
          </a:xfrm>
          <a:prstGeom prst="ellipse">
            <a:avLst/>
          </a:prstGeom>
          <a:solidFill>
            <a:srgbClr val="133D24"/>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0277857" y="1539622"/>
            <a:ext cx="809243" cy="274320"/>
          </a:xfrm>
          <a:prstGeom prst="rect">
            <a:avLst/>
          </a:prstGeom>
          <a:solidFill>
            <a:srgbClr val="A7F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004805" y="1594486"/>
            <a:ext cx="164592" cy="164592"/>
          </a:xfrm>
          <a:prstGeom prst="ellipse">
            <a:avLst/>
          </a:prstGeom>
          <a:solidFill>
            <a:srgbClr val="226C4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912097" y="1969389"/>
            <a:ext cx="1463040" cy="256032"/>
          </a:xfrm>
          <a:prstGeom prst="rect">
            <a:avLst/>
          </a:prstGeom>
          <a:noFill/>
        </p:spPr>
        <p:txBody>
          <a:bodyPr wrap="square" lIns="0" tIns="0" rIns="0" bIns="0">
            <a:spAutoFit/>
          </a:bodyPr>
          <a:lstStyle/>
          <a:p>
            <a:pPr algn="ctr"/>
            <a:r>
              <a:rPr sz="900" b="0">
                <a:solidFill>
                  <a:srgbClr val="64748B"/>
                </a:solidFill>
                <a:latin typeface="Aptos"/>
              </a:rPr>
              <a:t>~ 600 ms</a:t>
            </a:r>
          </a:p>
        </p:txBody>
      </p:sp>
      <p:sp>
        <p:nvSpPr>
          <p:cNvPr id="47" name="Oval 46"/>
          <p:cNvSpPr/>
          <p:nvPr/>
        </p:nvSpPr>
        <p:spPr>
          <a:xfrm>
            <a:off x="4126230" y="2234566"/>
            <a:ext cx="164592" cy="164592"/>
          </a:xfrm>
          <a:prstGeom prst="ellipse">
            <a:avLst/>
          </a:prstGeom>
          <a:solidFill>
            <a:srgbClr val="7F1D1D"/>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08526" y="2179702"/>
            <a:ext cx="296722" cy="274320"/>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4422953" y="2234566"/>
            <a:ext cx="164592" cy="164592"/>
          </a:xfrm>
          <a:prstGeom prst="ellipse">
            <a:avLst/>
          </a:prstGeom>
          <a:solidFill>
            <a:srgbClr val="94A3B8"/>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6419089" y="2234566"/>
            <a:ext cx="164592" cy="164592"/>
          </a:xfrm>
          <a:prstGeom prst="ellipse">
            <a:avLst/>
          </a:prstGeom>
          <a:solidFill>
            <a:srgbClr val="133D24"/>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501385" y="2179702"/>
            <a:ext cx="296722" cy="274320"/>
          </a:xfrm>
          <a:prstGeom prst="rect">
            <a:avLst/>
          </a:prstGeom>
          <a:solidFill>
            <a:srgbClr val="A7F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715811" y="2234566"/>
            <a:ext cx="164592" cy="164592"/>
          </a:xfrm>
          <a:prstGeom prst="ellipse">
            <a:avLst/>
          </a:prstGeom>
          <a:solidFill>
            <a:srgbClr val="226C4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8307324" y="2234566"/>
            <a:ext cx="164592" cy="164592"/>
          </a:xfrm>
          <a:prstGeom prst="ellipse">
            <a:avLst/>
          </a:prstGeom>
          <a:solidFill>
            <a:srgbClr val="133D24"/>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389620" y="2179702"/>
            <a:ext cx="296722" cy="274320"/>
          </a:xfrm>
          <a:prstGeom prst="rect">
            <a:avLst/>
          </a:prstGeom>
          <a:solidFill>
            <a:srgbClr val="A7F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604047" y="2234566"/>
            <a:ext cx="164592" cy="164592"/>
          </a:xfrm>
          <a:prstGeom prst="ellipse">
            <a:avLst/>
          </a:prstGeom>
          <a:solidFill>
            <a:srgbClr val="226C4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465309" y="2234566"/>
            <a:ext cx="164592" cy="164592"/>
          </a:xfrm>
          <a:prstGeom prst="ellipse">
            <a:avLst/>
          </a:prstGeom>
          <a:solidFill>
            <a:srgbClr val="133D24"/>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10547605" y="2179702"/>
            <a:ext cx="296722" cy="274320"/>
          </a:xfrm>
          <a:prstGeom prst="rect">
            <a:avLst/>
          </a:prstGeom>
          <a:solidFill>
            <a:srgbClr val="A7F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0762031" y="2234566"/>
            <a:ext cx="164592" cy="164592"/>
          </a:xfrm>
          <a:prstGeom prst="ellipse">
            <a:avLst/>
          </a:prstGeom>
          <a:solidFill>
            <a:srgbClr val="226C4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181845" y="2609470"/>
            <a:ext cx="1463040" cy="256032"/>
          </a:xfrm>
          <a:prstGeom prst="rect">
            <a:avLst/>
          </a:prstGeom>
          <a:noFill/>
        </p:spPr>
        <p:txBody>
          <a:bodyPr wrap="square" lIns="0" tIns="0" rIns="0" bIns="0">
            <a:spAutoFit/>
          </a:bodyPr>
          <a:lstStyle/>
          <a:p>
            <a:pPr algn="ctr"/>
            <a:r>
              <a:rPr sz="900" b="0">
                <a:solidFill>
                  <a:srgbClr val="64748B"/>
                </a:solidFill>
                <a:latin typeface="Aptos"/>
              </a:rPr>
              <a:t>~ 200 ms</a:t>
            </a:r>
          </a:p>
        </p:txBody>
      </p:sp>
      <p:sp>
        <p:nvSpPr>
          <p:cNvPr id="61" name="Rectangle 60"/>
          <p:cNvSpPr/>
          <p:nvPr/>
        </p:nvSpPr>
        <p:spPr>
          <a:xfrm>
            <a:off x="823730" y="2849498"/>
            <a:ext cx="793057" cy="274320"/>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2" name="Oval 61"/>
          <p:cNvSpPr/>
          <p:nvPr/>
        </p:nvSpPr>
        <p:spPr>
          <a:xfrm>
            <a:off x="1529815" y="2904361"/>
            <a:ext cx="164592" cy="164592"/>
          </a:xfrm>
          <a:prstGeom prst="ellipse">
            <a:avLst/>
          </a:prstGeom>
          <a:solidFill>
            <a:srgbClr val="94A3B8"/>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8046380" y="2911098"/>
            <a:ext cx="164592" cy="164592"/>
          </a:xfrm>
          <a:prstGeom prst="ellipse">
            <a:avLst/>
          </a:prstGeom>
          <a:solidFill>
            <a:srgbClr val="133D24"/>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8119872" y="2837947"/>
            <a:ext cx="2747773" cy="274320"/>
          </a:xfrm>
          <a:prstGeom prst="rect">
            <a:avLst/>
          </a:prstGeom>
          <a:solidFill>
            <a:srgbClr val="A7F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10794492" y="2865502"/>
            <a:ext cx="164592" cy="164592"/>
          </a:xfrm>
          <a:prstGeom prst="ellipse">
            <a:avLst/>
          </a:prstGeom>
          <a:solidFill>
            <a:srgbClr val="226C4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037576" y="2499742"/>
            <a:ext cx="1463040" cy="256032"/>
          </a:xfrm>
          <a:prstGeom prst="rect">
            <a:avLst/>
          </a:prstGeom>
          <a:noFill/>
        </p:spPr>
        <p:txBody>
          <a:bodyPr wrap="square" lIns="0" tIns="0" rIns="0" bIns="0">
            <a:spAutoFit/>
          </a:bodyPr>
          <a:lstStyle/>
          <a:p>
            <a:pPr algn="ctr"/>
            <a:r>
              <a:rPr sz="900" b="0">
                <a:solidFill>
                  <a:srgbClr val="64748B"/>
                </a:solidFill>
                <a:latin typeface="Aptos"/>
              </a:rPr>
              <a:t>~ 2000 ms</a:t>
            </a:r>
          </a:p>
        </p:txBody>
      </p:sp>
      <p:sp>
        <p:nvSpPr>
          <p:cNvPr id="70" name="Rounded Rectangle 69"/>
          <p:cNvSpPr/>
          <p:nvPr/>
        </p:nvSpPr>
        <p:spPr>
          <a:xfrm>
            <a:off x="5254428" y="829627"/>
            <a:ext cx="2783148" cy="316804"/>
          </a:xfrm>
          <a:prstGeom prst="roundRect">
            <a:avLst/>
          </a:prstGeom>
          <a:solidFill>
            <a:srgbClr val="FFFFFF"/>
          </a:solidFill>
          <a:ln w="762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5345866" y="936206"/>
            <a:ext cx="166989" cy="146217"/>
          </a:xfrm>
          <a:prstGeom prst="ellipse">
            <a:avLst/>
          </a:prstGeom>
          <a:solidFill>
            <a:srgbClr val="133D2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553274" y="873555"/>
            <a:ext cx="974102" cy="215444"/>
          </a:xfrm>
          <a:prstGeom prst="rect">
            <a:avLst/>
          </a:prstGeom>
          <a:noFill/>
        </p:spPr>
        <p:txBody>
          <a:bodyPr wrap="square" lIns="0" tIns="0" rIns="0" bIns="0">
            <a:spAutoFit/>
          </a:bodyPr>
          <a:lstStyle/>
          <a:p>
            <a:r>
              <a:rPr sz="1400" b="0" dirty="0">
                <a:solidFill>
                  <a:srgbClr val="334155"/>
                </a:solidFill>
                <a:latin typeface="Aptos"/>
              </a:rPr>
              <a:t>capture</a:t>
            </a:r>
          </a:p>
        </p:txBody>
      </p:sp>
      <p:sp>
        <p:nvSpPr>
          <p:cNvPr id="73" name="Oval 72"/>
          <p:cNvSpPr/>
          <p:nvPr/>
        </p:nvSpPr>
        <p:spPr>
          <a:xfrm>
            <a:off x="6214547" y="936206"/>
            <a:ext cx="166989" cy="146217"/>
          </a:xfrm>
          <a:prstGeom prst="ellipse">
            <a:avLst/>
          </a:prstGeom>
          <a:solidFill>
            <a:srgbClr val="226C4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467117" y="873556"/>
            <a:ext cx="1113259" cy="215444"/>
          </a:xfrm>
          <a:prstGeom prst="rect">
            <a:avLst/>
          </a:prstGeom>
          <a:noFill/>
        </p:spPr>
        <p:txBody>
          <a:bodyPr wrap="square" lIns="0" tIns="0" rIns="0" bIns="0">
            <a:spAutoFit/>
          </a:bodyPr>
          <a:lstStyle/>
          <a:p>
            <a:r>
              <a:rPr sz="1400" b="0" dirty="0">
                <a:solidFill>
                  <a:srgbClr val="334155"/>
                </a:solidFill>
                <a:latin typeface="Aptos"/>
              </a:rPr>
              <a:t>result</a:t>
            </a:r>
          </a:p>
        </p:txBody>
      </p:sp>
      <p:sp>
        <p:nvSpPr>
          <p:cNvPr id="94" name="TextBox 93"/>
          <p:cNvSpPr txBox="1"/>
          <p:nvPr/>
        </p:nvSpPr>
        <p:spPr>
          <a:xfrm>
            <a:off x="640080" y="6400800"/>
            <a:ext cx="1554480" cy="182880"/>
          </a:xfrm>
          <a:prstGeom prst="rect">
            <a:avLst/>
          </a:prstGeom>
          <a:noFill/>
        </p:spPr>
        <p:txBody>
          <a:bodyPr wrap="square" lIns="0" tIns="0" rIns="0" bIns="0">
            <a:spAutoFit/>
          </a:bodyPr>
          <a:lstStyle/>
          <a:p>
            <a:r>
              <a:rPr sz="900" b="0">
                <a:solidFill>
                  <a:srgbClr val="64748B"/>
                </a:solidFill>
                <a:latin typeface="Aptos"/>
              </a:rPr>
              <a:t>2026/05/21</a:t>
            </a:r>
          </a:p>
        </p:txBody>
      </p:sp>
      <p:sp>
        <p:nvSpPr>
          <p:cNvPr id="96" name="Oval 95">
            <a:extLst>
              <a:ext uri="{FF2B5EF4-FFF2-40B4-BE49-F238E27FC236}">
                <a16:creationId xmlns:a16="http://schemas.microsoft.com/office/drawing/2014/main" id="{9955D531-C93B-6360-B2AE-3A932DD46255}"/>
              </a:ext>
            </a:extLst>
          </p:cNvPr>
          <p:cNvSpPr/>
          <p:nvPr/>
        </p:nvSpPr>
        <p:spPr>
          <a:xfrm>
            <a:off x="2561690" y="2261999"/>
            <a:ext cx="164592" cy="164592"/>
          </a:xfrm>
          <a:prstGeom prst="ellipse">
            <a:avLst/>
          </a:prstGeom>
          <a:solidFill>
            <a:srgbClr val="7F1D1D"/>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a:extLst>
              <a:ext uri="{FF2B5EF4-FFF2-40B4-BE49-F238E27FC236}">
                <a16:creationId xmlns:a16="http://schemas.microsoft.com/office/drawing/2014/main" id="{81F333BF-B433-75AB-F97A-49811AB2B784}"/>
              </a:ext>
            </a:extLst>
          </p:cNvPr>
          <p:cNvSpPr/>
          <p:nvPr/>
        </p:nvSpPr>
        <p:spPr>
          <a:xfrm>
            <a:off x="2643986" y="2207135"/>
            <a:ext cx="296722" cy="274320"/>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a:extLst>
              <a:ext uri="{FF2B5EF4-FFF2-40B4-BE49-F238E27FC236}">
                <a16:creationId xmlns:a16="http://schemas.microsoft.com/office/drawing/2014/main" id="{D60B7BB2-23C5-F45A-161C-3FA4014A839E}"/>
              </a:ext>
            </a:extLst>
          </p:cNvPr>
          <p:cNvSpPr/>
          <p:nvPr/>
        </p:nvSpPr>
        <p:spPr>
          <a:xfrm>
            <a:off x="2858413" y="2261999"/>
            <a:ext cx="164592" cy="164592"/>
          </a:xfrm>
          <a:prstGeom prst="ellipse">
            <a:avLst/>
          </a:prstGeom>
          <a:solidFill>
            <a:srgbClr val="94A3B8"/>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a:extLst>
              <a:ext uri="{FF2B5EF4-FFF2-40B4-BE49-F238E27FC236}">
                <a16:creationId xmlns:a16="http://schemas.microsoft.com/office/drawing/2014/main" id="{449A491C-F0DA-478A-3491-587BB917CDB9}"/>
              </a:ext>
            </a:extLst>
          </p:cNvPr>
          <p:cNvSpPr/>
          <p:nvPr/>
        </p:nvSpPr>
        <p:spPr>
          <a:xfrm>
            <a:off x="1199814" y="2257426"/>
            <a:ext cx="164592" cy="164592"/>
          </a:xfrm>
          <a:prstGeom prst="ellipse">
            <a:avLst/>
          </a:prstGeom>
          <a:solidFill>
            <a:srgbClr val="7F1D1D"/>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a:extLst>
              <a:ext uri="{FF2B5EF4-FFF2-40B4-BE49-F238E27FC236}">
                <a16:creationId xmlns:a16="http://schemas.microsoft.com/office/drawing/2014/main" id="{2DA1F976-8514-0A37-F955-A429A2EE9CAD}"/>
              </a:ext>
            </a:extLst>
          </p:cNvPr>
          <p:cNvSpPr/>
          <p:nvPr/>
        </p:nvSpPr>
        <p:spPr>
          <a:xfrm>
            <a:off x="1282110" y="2202562"/>
            <a:ext cx="296722" cy="274320"/>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a:extLst>
              <a:ext uri="{FF2B5EF4-FFF2-40B4-BE49-F238E27FC236}">
                <a16:creationId xmlns:a16="http://schemas.microsoft.com/office/drawing/2014/main" id="{A39C5F8A-AA6F-B51D-F72F-B00D8EA021B6}"/>
              </a:ext>
            </a:extLst>
          </p:cNvPr>
          <p:cNvSpPr/>
          <p:nvPr/>
        </p:nvSpPr>
        <p:spPr>
          <a:xfrm>
            <a:off x="1496537" y="2257426"/>
            <a:ext cx="164592" cy="164592"/>
          </a:xfrm>
          <a:prstGeom prst="ellipse">
            <a:avLst/>
          </a:prstGeom>
          <a:solidFill>
            <a:srgbClr val="94A3B8"/>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470917" y="4130387"/>
            <a:ext cx="10972800" cy="365760"/>
          </a:xfrm>
          <a:prstGeom prst="rect">
            <a:avLst/>
          </a:prstGeom>
          <a:noFill/>
        </p:spPr>
        <p:txBody>
          <a:bodyPr wrap="none" lIns="0" tIns="0" rIns="0" bIns="0">
            <a:spAutoFit/>
          </a:bodyPr>
          <a:lstStyle/>
          <a:p>
            <a:pPr algn="ctr"/>
            <a:r>
              <a:rPr sz="1900" b="1" dirty="0">
                <a:solidFill>
                  <a:srgbClr val="0E1A12"/>
                </a:solidFill>
                <a:latin typeface="Aptos"/>
              </a:rPr>
              <a:t>Voice priority</a:t>
            </a:r>
          </a:p>
        </p:txBody>
      </p:sp>
      <p:sp>
        <p:nvSpPr>
          <p:cNvPr id="103" name="Trapezoid 102"/>
          <p:cNvSpPr/>
          <p:nvPr/>
        </p:nvSpPr>
        <p:spPr>
          <a:xfrm>
            <a:off x="5364480" y="4508307"/>
            <a:ext cx="1463040" cy="320040"/>
          </a:xfrm>
          <a:prstGeom prst="trapezoid">
            <a:avLst>
              <a:gd name="adj" fmla="val 50000"/>
            </a:avLst>
          </a:prstGeom>
          <a:solidFill>
            <a:srgbClr val="DC2626"/>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00" b="1">
                <a:solidFill>
                  <a:srgbClr val="FFFFFF"/>
                </a:solidFill>
                <a:latin typeface="Aptos"/>
              </a:rPr>
              <a:t>Hazard</a:t>
            </a:r>
          </a:p>
        </p:txBody>
      </p:sp>
      <p:sp>
        <p:nvSpPr>
          <p:cNvPr id="104" name="Trapezoid 103"/>
          <p:cNvSpPr/>
          <p:nvPr/>
        </p:nvSpPr>
        <p:spPr>
          <a:xfrm>
            <a:off x="4678680" y="4828347"/>
            <a:ext cx="2834640" cy="320040"/>
          </a:xfrm>
          <a:prstGeom prst="trapezoid">
            <a:avLst>
              <a:gd name="adj" fmla="val 24193"/>
            </a:avLst>
          </a:prstGeom>
          <a:solidFill>
            <a:srgbClr val="226C40"/>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a:solidFill>
                  <a:srgbClr val="FFFFFF"/>
                </a:solidFill>
                <a:latin typeface="Aptos"/>
              </a:rPr>
              <a:t>Target guide</a:t>
            </a:r>
          </a:p>
        </p:txBody>
      </p:sp>
      <p:sp>
        <p:nvSpPr>
          <p:cNvPr id="105" name="Trapezoid 104"/>
          <p:cNvSpPr/>
          <p:nvPr/>
        </p:nvSpPr>
        <p:spPr>
          <a:xfrm>
            <a:off x="3992880" y="5148387"/>
            <a:ext cx="4206240" cy="320040"/>
          </a:xfrm>
          <a:prstGeom prst="trapezoid">
            <a:avLst>
              <a:gd name="adj" fmla="val 16304"/>
            </a:avLst>
          </a:prstGeom>
          <a:solidFill>
            <a:srgbClr val="D97706"/>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a:solidFill>
                  <a:srgbClr val="FFFFFF"/>
                </a:solidFill>
                <a:latin typeface="Aptos"/>
              </a:rPr>
              <a:t>Maybe target</a:t>
            </a:r>
          </a:p>
        </p:txBody>
      </p:sp>
      <p:sp>
        <p:nvSpPr>
          <p:cNvPr id="106" name="Trapezoid 105"/>
          <p:cNvSpPr/>
          <p:nvPr/>
        </p:nvSpPr>
        <p:spPr>
          <a:xfrm>
            <a:off x="3307080" y="5468427"/>
            <a:ext cx="5577840" cy="320040"/>
          </a:xfrm>
          <a:prstGeom prst="trapezoid">
            <a:avLst>
              <a:gd name="adj" fmla="val 12295"/>
            </a:avLst>
          </a:prstGeom>
          <a:solidFill>
            <a:srgbClr val="64748B"/>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300" b="1">
                <a:solidFill>
                  <a:srgbClr val="FFFFFF"/>
                </a:solidFill>
                <a:latin typeface="Aptos"/>
              </a:rPr>
              <a:t>Section context</a:t>
            </a:r>
          </a:p>
        </p:txBody>
      </p:sp>
      <p:sp>
        <p:nvSpPr>
          <p:cNvPr id="3" name="Slide Number Placeholder 3">
            <a:extLst>
              <a:ext uri="{FF2B5EF4-FFF2-40B4-BE49-F238E27FC236}">
                <a16:creationId xmlns:a16="http://schemas.microsoft.com/office/drawing/2014/main" id="{858CDC0F-3AA9-CF9C-0EAB-8F685C0AA997}"/>
              </a:ext>
            </a:extLst>
          </p:cNvPr>
          <p:cNvSpPr>
            <a:spLocks noGrp="1"/>
          </p:cNvSpPr>
          <p:nvPr>
            <p:ph type="sldNum" sz="quarter" idx="4"/>
          </p:nvPr>
        </p:nvSpPr>
        <p:spPr>
          <a:xfrm>
            <a:off x="11309555" y="6354305"/>
            <a:ext cx="578303" cy="365125"/>
          </a:xfrm>
        </p:spPr>
        <p:txBody>
          <a:bodyPr/>
          <a:lstStyle/>
          <a:p>
            <a:fld id="{8924E1A2-84D3-4C4C-BD0E-51C3B46507A6}" type="slidenum">
              <a:rPr lang="es-ES" smtClean="0"/>
              <a:pPr/>
              <a:t>7</a:t>
            </a:fld>
            <a:endParaRPr lang="es-ES" dirty="0"/>
          </a:p>
        </p:txBody>
      </p:sp>
      <p:sp>
        <p:nvSpPr>
          <p:cNvPr id="60" name="Oval 59">
            <a:extLst>
              <a:ext uri="{FF2B5EF4-FFF2-40B4-BE49-F238E27FC236}">
                <a16:creationId xmlns:a16="http://schemas.microsoft.com/office/drawing/2014/main" id="{18CED0E5-EAE4-2159-9966-E85BB08F9979}"/>
              </a:ext>
            </a:extLst>
          </p:cNvPr>
          <p:cNvSpPr/>
          <p:nvPr/>
        </p:nvSpPr>
        <p:spPr>
          <a:xfrm>
            <a:off x="5405810" y="2234566"/>
            <a:ext cx="164592" cy="164592"/>
          </a:xfrm>
          <a:prstGeom prst="ellipse">
            <a:avLst/>
          </a:prstGeom>
          <a:solidFill>
            <a:srgbClr val="7F1D1D"/>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a:extLst>
              <a:ext uri="{FF2B5EF4-FFF2-40B4-BE49-F238E27FC236}">
                <a16:creationId xmlns:a16="http://schemas.microsoft.com/office/drawing/2014/main" id="{C26DA122-04D6-366C-4027-98A996766597}"/>
              </a:ext>
            </a:extLst>
          </p:cNvPr>
          <p:cNvSpPr/>
          <p:nvPr/>
        </p:nvSpPr>
        <p:spPr>
          <a:xfrm>
            <a:off x="5488106" y="2179702"/>
            <a:ext cx="296722" cy="274320"/>
          </a:xfrm>
          <a:prstGeom prst="rect">
            <a:avLst/>
          </a:prstGeom>
          <a:solidFill>
            <a:srgbClr val="FECA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a:extLst>
              <a:ext uri="{FF2B5EF4-FFF2-40B4-BE49-F238E27FC236}">
                <a16:creationId xmlns:a16="http://schemas.microsoft.com/office/drawing/2014/main" id="{F27D64DD-AF89-6434-6E37-B3CED8A18401}"/>
              </a:ext>
            </a:extLst>
          </p:cNvPr>
          <p:cNvSpPr/>
          <p:nvPr/>
        </p:nvSpPr>
        <p:spPr>
          <a:xfrm>
            <a:off x="5702533" y="2234566"/>
            <a:ext cx="164592" cy="164592"/>
          </a:xfrm>
          <a:prstGeom prst="ellipse">
            <a:avLst/>
          </a:prstGeom>
          <a:solidFill>
            <a:srgbClr val="94A3B8"/>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s-ES" dirty="0"/>
              <a:t>Test more </a:t>
            </a:r>
            <a:r>
              <a:rPr lang="es-ES" dirty="0" err="1"/>
              <a:t>deeply</a:t>
            </a:r>
            <a:r>
              <a:rPr lang="es-ES" dirty="0"/>
              <a:t> de new </a:t>
            </a:r>
            <a:r>
              <a:rPr lang="es-ES" dirty="0" err="1"/>
              <a:t>implementation</a:t>
            </a:r>
            <a:r>
              <a:rPr lang="es-ES" dirty="0"/>
              <a:t> and </a:t>
            </a:r>
            <a:r>
              <a:rPr lang="es-ES" dirty="0" err="1"/>
              <a:t>improve</a:t>
            </a:r>
            <a:r>
              <a:rPr lang="es-ES" dirty="0"/>
              <a:t> </a:t>
            </a:r>
            <a:r>
              <a:rPr lang="es-ES" dirty="0" err="1"/>
              <a:t>it</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137229" y="274320"/>
            <a:ext cx="10972800" cy="411480"/>
          </a:xfrm>
          <a:prstGeom prst="rect">
            <a:avLst/>
          </a:prstGeom>
          <a:noFill/>
        </p:spPr>
        <p:txBody>
          <a:bodyPr wrap="square" lIns="0" tIns="0" rIns="0" bIns="0">
            <a:spAutoFit/>
          </a:bodyPr>
          <a:lstStyle/>
          <a:p>
            <a:r>
              <a:rPr sz="2400" b="1">
                <a:solidFill>
                  <a:srgbClr val="0E1A12"/>
                </a:solidFill>
                <a:latin typeface="Aptos"/>
              </a:rPr>
              <a:t>Per-target VLM recall · where mini still loses</a:t>
            </a:r>
          </a:p>
        </p:txBody>
      </p:sp>
      <p:pic>
        <p:nvPicPr>
          <p:cNvPr id="4" name="Picture 3" descr="chart_vlm_heatmap.png"/>
          <p:cNvPicPr>
            <a:picLocks noChangeAspect="1"/>
          </p:cNvPicPr>
          <p:nvPr/>
        </p:nvPicPr>
        <p:blipFill>
          <a:blip r:embed="rId3"/>
          <a:stretch>
            <a:fillRect/>
          </a:stretch>
        </p:blipFill>
        <p:spPr>
          <a:xfrm>
            <a:off x="1222586" y="965165"/>
            <a:ext cx="5692987" cy="5064829"/>
          </a:xfrm>
          <a:prstGeom prst="rect">
            <a:avLst/>
          </a:prstGeom>
        </p:spPr>
      </p:pic>
      <p:sp>
        <p:nvSpPr>
          <p:cNvPr id="5" name="Rounded Rectangle 4"/>
          <p:cNvSpPr/>
          <p:nvPr/>
        </p:nvSpPr>
        <p:spPr>
          <a:xfrm>
            <a:off x="7406640" y="1554480"/>
            <a:ext cx="4297680" cy="4114800"/>
          </a:xfrm>
          <a:prstGeom prst="roundRect">
            <a:avLst/>
          </a:prstGeom>
          <a:solidFill>
            <a:srgbClr val="FFFFFF"/>
          </a:solidFill>
          <a:ln w="762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35240" y="1737360"/>
            <a:ext cx="3931920" cy="274320"/>
          </a:xfrm>
          <a:prstGeom prst="rect">
            <a:avLst/>
          </a:prstGeom>
          <a:noFill/>
        </p:spPr>
        <p:txBody>
          <a:bodyPr wrap="square" lIns="0" tIns="0" rIns="0" bIns="0">
            <a:spAutoFit/>
          </a:bodyPr>
          <a:lstStyle/>
          <a:p>
            <a:r>
              <a:rPr sz="1100" b="1">
                <a:solidFill>
                  <a:srgbClr val="64748B"/>
                </a:solidFill>
                <a:latin typeface="Aptos"/>
              </a:rPr>
              <a:t>What mini misses</a:t>
            </a:r>
          </a:p>
        </p:txBody>
      </p:sp>
      <p:sp>
        <p:nvSpPr>
          <p:cNvPr id="7" name="TextBox 6"/>
          <p:cNvSpPr txBox="1"/>
          <p:nvPr/>
        </p:nvSpPr>
        <p:spPr>
          <a:xfrm>
            <a:off x="7635240" y="2103120"/>
            <a:ext cx="2743200" cy="320040"/>
          </a:xfrm>
          <a:prstGeom prst="rect">
            <a:avLst/>
          </a:prstGeom>
          <a:noFill/>
        </p:spPr>
        <p:txBody>
          <a:bodyPr wrap="square" lIns="0" tIns="0" rIns="0" bIns="0">
            <a:spAutoFit/>
          </a:bodyPr>
          <a:lstStyle/>
          <a:p>
            <a:r>
              <a:rPr sz="1400" b="1">
                <a:solidFill>
                  <a:srgbClr val="0E1A12"/>
                </a:solidFill>
                <a:latin typeface="Aptos"/>
              </a:rPr>
              <a:t>lettuce</a:t>
            </a:r>
          </a:p>
        </p:txBody>
      </p:sp>
      <p:sp>
        <p:nvSpPr>
          <p:cNvPr id="8" name="TextBox 7"/>
          <p:cNvSpPr txBox="1"/>
          <p:nvPr/>
        </p:nvSpPr>
        <p:spPr>
          <a:xfrm>
            <a:off x="10058400" y="2103120"/>
            <a:ext cx="1554480" cy="320040"/>
          </a:xfrm>
          <a:prstGeom prst="rect">
            <a:avLst/>
          </a:prstGeom>
          <a:noFill/>
        </p:spPr>
        <p:txBody>
          <a:bodyPr wrap="square" lIns="0" tIns="0" rIns="0" bIns="0">
            <a:spAutoFit/>
          </a:bodyPr>
          <a:lstStyle/>
          <a:p>
            <a:pPr algn="r"/>
            <a:r>
              <a:rPr sz="1400" b="1">
                <a:solidFill>
                  <a:srgbClr val="7F1D1D"/>
                </a:solidFill>
                <a:latin typeface="Aptos"/>
              </a:rPr>
              <a:t>43%</a:t>
            </a:r>
          </a:p>
        </p:txBody>
      </p:sp>
      <p:sp>
        <p:nvSpPr>
          <p:cNvPr id="9" name="TextBox 8"/>
          <p:cNvSpPr txBox="1"/>
          <p:nvPr/>
        </p:nvSpPr>
        <p:spPr>
          <a:xfrm>
            <a:off x="7635240" y="2514600"/>
            <a:ext cx="2743200" cy="320040"/>
          </a:xfrm>
          <a:prstGeom prst="rect">
            <a:avLst/>
          </a:prstGeom>
          <a:noFill/>
        </p:spPr>
        <p:txBody>
          <a:bodyPr wrap="square" lIns="0" tIns="0" rIns="0" bIns="0">
            <a:spAutoFit/>
          </a:bodyPr>
          <a:lstStyle/>
          <a:p>
            <a:r>
              <a:rPr sz="1400" b="1">
                <a:solidFill>
                  <a:srgbClr val="0E1A12"/>
                </a:solidFill>
                <a:latin typeface="Aptos"/>
              </a:rPr>
              <a:t>pepper</a:t>
            </a:r>
          </a:p>
        </p:txBody>
      </p:sp>
      <p:sp>
        <p:nvSpPr>
          <p:cNvPr id="10" name="TextBox 9"/>
          <p:cNvSpPr txBox="1"/>
          <p:nvPr/>
        </p:nvSpPr>
        <p:spPr>
          <a:xfrm>
            <a:off x="10058400" y="2514600"/>
            <a:ext cx="1554480" cy="320040"/>
          </a:xfrm>
          <a:prstGeom prst="rect">
            <a:avLst/>
          </a:prstGeom>
          <a:noFill/>
        </p:spPr>
        <p:txBody>
          <a:bodyPr wrap="square" lIns="0" tIns="0" rIns="0" bIns="0">
            <a:spAutoFit/>
          </a:bodyPr>
          <a:lstStyle/>
          <a:p>
            <a:pPr algn="r"/>
            <a:r>
              <a:rPr sz="1400" b="1">
                <a:solidFill>
                  <a:srgbClr val="7F1D1D"/>
                </a:solidFill>
                <a:latin typeface="Aptos"/>
              </a:rPr>
              <a:t>57%</a:t>
            </a:r>
          </a:p>
        </p:txBody>
      </p:sp>
      <p:sp>
        <p:nvSpPr>
          <p:cNvPr id="11" name="TextBox 10"/>
          <p:cNvSpPr txBox="1"/>
          <p:nvPr/>
        </p:nvSpPr>
        <p:spPr>
          <a:xfrm>
            <a:off x="7635240" y="2926079"/>
            <a:ext cx="2743200" cy="320040"/>
          </a:xfrm>
          <a:prstGeom prst="rect">
            <a:avLst/>
          </a:prstGeom>
          <a:noFill/>
        </p:spPr>
        <p:txBody>
          <a:bodyPr wrap="square" lIns="0" tIns="0" rIns="0" bIns="0">
            <a:spAutoFit/>
          </a:bodyPr>
          <a:lstStyle/>
          <a:p>
            <a:r>
              <a:rPr sz="1400" b="1">
                <a:solidFill>
                  <a:srgbClr val="0E1A12"/>
                </a:solidFill>
                <a:latin typeface="Aptos"/>
              </a:rPr>
              <a:t>bottle of water</a:t>
            </a:r>
          </a:p>
        </p:txBody>
      </p:sp>
      <p:sp>
        <p:nvSpPr>
          <p:cNvPr id="12" name="TextBox 11"/>
          <p:cNvSpPr txBox="1"/>
          <p:nvPr/>
        </p:nvSpPr>
        <p:spPr>
          <a:xfrm>
            <a:off x="10058400" y="2926079"/>
            <a:ext cx="1554480" cy="320040"/>
          </a:xfrm>
          <a:prstGeom prst="rect">
            <a:avLst/>
          </a:prstGeom>
          <a:noFill/>
        </p:spPr>
        <p:txBody>
          <a:bodyPr wrap="square" lIns="0" tIns="0" rIns="0" bIns="0">
            <a:spAutoFit/>
          </a:bodyPr>
          <a:lstStyle/>
          <a:p>
            <a:pPr algn="r"/>
            <a:r>
              <a:rPr sz="1400" b="1">
                <a:solidFill>
                  <a:srgbClr val="D97706"/>
                </a:solidFill>
                <a:latin typeface="Aptos"/>
              </a:rPr>
              <a:t>62%</a:t>
            </a:r>
          </a:p>
        </p:txBody>
      </p:sp>
      <p:sp>
        <p:nvSpPr>
          <p:cNvPr id="13" name="TextBox 12"/>
          <p:cNvSpPr txBox="1"/>
          <p:nvPr/>
        </p:nvSpPr>
        <p:spPr>
          <a:xfrm>
            <a:off x="7635240" y="3337560"/>
            <a:ext cx="2743200" cy="320040"/>
          </a:xfrm>
          <a:prstGeom prst="rect">
            <a:avLst/>
          </a:prstGeom>
          <a:noFill/>
        </p:spPr>
        <p:txBody>
          <a:bodyPr wrap="square" lIns="0" tIns="0" rIns="0" bIns="0">
            <a:spAutoFit/>
          </a:bodyPr>
          <a:lstStyle/>
          <a:p>
            <a:r>
              <a:rPr sz="1400" b="1">
                <a:solidFill>
                  <a:srgbClr val="0E1A12"/>
                </a:solidFill>
                <a:latin typeface="Aptos"/>
              </a:rPr>
              <a:t>fanta</a:t>
            </a:r>
          </a:p>
        </p:txBody>
      </p:sp>
      <p:sp>
        <p:nvSpPr>
          <p:cNvPr id="14" name="TextBox 13"/>
          <p:cNvSpPr txBox="1"/>
          <p:nvPr/>
        </p:nvSpPr>
        <p:spPr>
          <a:xfrm>
            <a:off x="10058400" y="3337560"/>
            <a:ext cx="1554480" cy="320040"/>
          </a:xfrm>
          <a:prstGeom prst="rect">
            <a:avLst/>
          </a:prstGeom>
          <a:noFill/>
        </p:spPr>
        <p:txBody>
          <a:bodyPr wrap="square" lIns="0" tIns="0" rIns="0" bIns="0">
            <a:spAutoFit/>
          </a:bodyPr>
          <a:lstStyle/>
          <a:p>
            <a:pPr algn="r"/>
            <a:r>
              <a:rPr sz="1400" b="1">
                <a:solidFill>
                  <a:srgbClr val="D97706"/>
                </a:solidFill>
                <a:latin typeface="Aptos"/>
              </a:rPr>
              <a:t>67%</a:t>
            </a:r>
          </a:p>
        </p:txBody>
      </p:sp>
      <p:sp>
        <p:nvSpPr>
          <p:cNvPr id="15" name="TextBox 14"/>
          <p:cNvSpPr txBox="1"/>
          <p:nvPr/>
        </p:nvSpPr>
        <p:spPr>
          <a:xfrm>
            <a:off x="7635240" y="3749039"/>
            <a:ext cx="2743200" cy="320040"/>
          </a:xfrm>
          <a:prstGeom prst="rect">
            <a:avLst/>
          </a:prstGeom>
          <a:noFill/>
        </p:spPr>
        <p:txBody>
          <a:bodyPr wrap="square" lIns="0" tIns="0" rIns="0" bIns="0">
            <a:spAutoFit/>
          </a:bodyPr>
          <a:lstStyle/>
          <a:p>
            <a:r>
              <a:rPr sz="1400" b="1">
                <a:solidFill>
                  <a:srgbClr val="0E1A12"/>
                </a:solidFill>
                <a:latin typeface="Aptos"/>
              </a:rPr>
              <a:t>coca cola</a:t>
            </a:r>
          </a:p>
        </p:txBody>
      </p:sp>
      <p:sp>
        <p:nvSpPr>
          <p:cNvPr id="16" name="TextBox 15"/>
          <p:cNvSpPr txBox="1"/>
          <p:nvPr/>
        </p:nvSpPr>
        <p:spPr>
          <a:xfrm>
            <a:off x="10058400" y="3749039"/>
            <a:ext cx="1554480" cy="320040"/>
          </a:xfrm>
          <a:prstGeom prst="rect">
            <a:avLst/>
          </a:prstGeom>
          <a:noFill/>
        </p:spPr>
        <p:txBody>
          <a:bodyPr wrap="square" lIns="0" tIns="0" rIns="0" bIns="0">
            <a:spAutoFit/>
          </a:bodyPr>
          <a:lstStyle/>
          <a:p>
            <a:pPr algn="r"/>
            <a:r>
              <a:rPr sz="1400" b="1">
                <a:solidFill>
                  <a:srgbClr val="D97706"/>
                </a:solidFill>
                <a:latin typeface="Aptos"/>
              </a:rPr>
              <a:t>71%</a:t>
            </a:r>
          </a:p>
        </p:txBody>
      </p:sp>
      <p:sp>
        <p:nvSpPr>
          <p:cNvPr id="17" name="TextBox 16"/>
          <p:cNvSpPr txBox="1"/>
          <p:nvPr/>
        </p:nvSpPr>
        <p:spPr>
          <a:xfrm>
            <a:off x="7635240" y="4251960"/>
            <a:ext cx="3931920" cy="274320"/>
          </a:xfrm>
          <a:prstGeom prst="rect">
            <a:avLst/>
          </a:prstGeom>
          <a:noFill/>
        </p:spPr>
        <p:txBody>
          <a:bodyPr wrap="square" lIns="0" tIns="0" rIns="0" bIns="0">
            <a:spAutoFit/>
          </a:bodyPr>
          <a:lstStyle/>
          <a:p>
            <a:r>
              <a:rPr sz="1100" b="1">
                <a:solidFill>
                  <a:srgbClr val="64748B"/>
                </a:solidFill>
                <a:latin typeface="Aptos"/>
              </a:rPr>
              <a:t>Where mini already maxes out</a:t>
            </a:r>
          </a:p>
        </p:txBody>
      </p:sp>
      <p:sp>
        <p:nvSpPr>
          <p:cNvPr id="18" name="TextBox 17"/>
          <p:cNvSpPr txBox="1"/>
          <p:nvPr/>
        </p:nvSpPr>
        <p:spPr>
          <a:xfrm>
            <a:off x="7635240" y="4526280"/>
            <a:ext cx="3931920" cy="914400"/>
          </a:xfrm>
          <a:prstGeom prst="rect">
            <a:avLst/>
          </a:prstGeom>
          <a:noFill/>
        </p:spPr>
        <p:txBody>
          <a:bodyPr wrap="square" lIns="0" tIns="0" rIns="0" bIns="0">
            <a:spAutoFit/>
          </a:bodyPr>
          <a:lstStyle/>
          <a:p>
            <a:r>
              <a:rPr sz="1200" b="0">
                <a:solidFill>
                  <a:srgbClr val="226C40"/>
                </a:solidFill>
                <a:latin typeface="Aptos"/>
              </a:rPr>
              <a:t>apple, banana, cheese, eggs, milk, pineapple, yogurt</a:t>
            </a:r>
          </a:p>
        </p:txBody>
      </p:sp>
      <p:sp>
        <p:nvSpPr>
          <p:cNvPr id="21" name="TextBox 20"/>
          <p:cNvSpPr txBox="1"/>
          <p:nvPr/>
        </p:nvSpPr>
        <p:spPr>
          <a:xfrm>
            <a:off x="11430000" y="6400800"/>
            <a:ext cx="274320" cy="182880"/>
          </a:xfrm>
          <a:prstGeom prst="rect">
            <a:avLst/>
          </a:prstGeom>
          <a:noFill/>
        </p:spPr>
        <p:txBody>
          <a:bodyPr wrap="square" lIns="0" tIns="0" rIns="0" bIns="0">
            <a:spAutoFit/>
          </a:bodyPr>
          <a:lstStyle/>
          <a:p>
            <a:pPr algn="r"/>
            <a:r>
              <a:rPr sz="900" b="0">
                <a:solidFill>
                  <a:srgbClr val="64748B"/>
                </a:solidFill>
                <a:latin typeface="Aptos"/>
              </a:rPr>
              <a:t>6</a:t>
            </a:r>
          </a:p>
        </p:txBody>
      </p:sp>
      <p:sp>
        <p:nvSpPr>
          <p:cNvPr id="22" name="Slide Number Placeholder 3">
            <a:extLst>
              <a:ext uri="{FF2B5EF4-FFF2-40B4-BE49-F238E27FC236}">
                <a16:creationId xmlns:a16="http://schemas.microsoft.com/office/drawing/2014/main" id="{ED180D3B-A99C-E444-FCD8-B361A7AE4ABB}"/>
              </a:ext>
            </a:extLst>
          </p:cNvPr>
          <p:cNvSpPr>
            <a:spLocks noGrp="1"/>
          </p:cNvSpPr>
          <p:nvPr>
            <p:ph type="sldNum" sz="quarter" idx="4"/>
          </p:nvPr>
        </p:nvSpPr>
        <p:spPr>
          <a:xfrm>
            <a:off x="11309555" y="6354305"/>
            <a:ext cx="578303" cy="365125"/>
          </a:xfrm>
        </p:spPr>
        <p:txBody>
          <a:bodyPr/>
          <a:lstStyle/>
          <a:p>
            <a:fld id="{8924E1A2-84D3-4C4C-BD0E-51C3B46507A6}" type="slidenum">
              <a:rPr lang="es-ES" smtClean="0"/>
              <a:pPr/>
              <a:t>9</a:t>
            </a:fld>
            <a:endParaRPr lang="es-E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417</TotalTime>
  <Words>1422</Words>
  <Application>Microsoft Office PowerPoint</Application>
  <PresentationFormat>Widescreen</PresentationFormat>
  <Paragraphs>122</Paragraphs>
  <Slides>9</Slides>
  <Notes>8</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メイリオ</vt:lpstr>
      <vt:lpstr>Aptos</vt:lpstr>
      <vt:lpstr>Arial</vt:lpstr>
      <vt:lpstr>Calibri Light</vt:lpstr>
      <vt:lpstr>Courier New</vt:lpstr>
      <vt:lpstr>Office Theme</vt:lpstr>
      <vt:lpstr>2026/05/21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Bodega</dc:creator>
  <cp:lastModifiedBy>Pedro Bodega</cp:lastModifiedBy>
  <cp:revision>2</cp:revision>
  <dcterms:created xsi:type="dcterms:W3CDTF">2025-06-17T05:20:14Z</dcterms:created>
  <dcterms:modified xsi:type="dcterms:W3CDTF">2026-05-21T02:41:51Z</dcterms:modified>
</cp:coreProperties>
</file>