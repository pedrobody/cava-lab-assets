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D24"/>
    <a:srgbClr val="226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FAE79-78AD-4109-A2EE-5AA8601760B9}" v="9" dt="2026-05-14T02:43:01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66" autoAdjust="0"/>
  </p:normalViewPr>
  <p:slideViewPr>
    <p:cSldViewPr snapToGrid="0">
      <p:cViewPr varScale="1">
        <p:scale>
          <a:sx n="85" d="100"/>
          <a:sy n="85" d="100"/>
        </p:scale>
        <p:origin x="562" y="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Bodega" userId="3bba64922e12e504" providerId="LiveId" clId="{A28FAE79-78AD-4109-A2EE-5AA8601760B9}"/>
    <pc:docChg chg="undo custSel addSld delSld modSld">
      <pc:chgData name="Pedro Bodega" userId="3bba64922e12e504" providerId="LiveId" clId="{A28FAE79-78AD-4109-A2EE-5AA8601760B9}" dt="2026-05-14T03:14:57.234" v="438" actId="113"/>
      <pc:docMkLst>
        <pc:docMk/>
      </pc:docMkLst>
      <pc:sldChg chg="addSp modSp mod">
        <pc:chgData name="Pedro Bodega" userId="3bba64922e12e504" providerId="LiveId" clId="{A28FAE79-78AD-4109-A2EE-5AA8601760B9}" dt="2026-05-14T03:14:57.234" v="438" actId="113"/>
        <pc:sldMkLst>
          <pc:docMk/>
          <pc:sldMk cId="0" sldId="257"/>
        </pc:sldMkLst>
        <pc:spChg chg="mod">
          <ac:chgData name="Pedro Bodega" userId="3bba64922e12e504" providerId="LiveId" clId="{A28FAE79-78AD-4109-A2EE-5AA8601760B9}" dt="2026-05-14T03:14:57.234" v="438" actId="113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Pedro Bodega" userId="3bba64922e12e504" providerId="LiveId" clId="{A28FAE79-78AD-4109-A2EE-5AA8601760B9}" dt="2026-05-14T02:42:57.708" v="297"/>
          <ac:spMkLst>
            <pc:docMk/>
            <pc:sldMk cId="0" sldId="257"/>
            <ac:spMk id="3" creationId="{DD465FAA-4305-7E76-2EDA-149011DB725E}"/>
          </ac:spMkLst>
        </pc:spChg>
      </pc:sldChg>
      <pc:sldChg chg="addSp delSp modSp mod">
        <pc:chgData name="Pedro Bodega" userId="3bba64922e12e504" providerId="LiveId" clId="{A28FAE79-78AD-4109-A2EE-5AA8601760B9}" dt="2026-05-14T02:45:53.710" v="437" actId="1076"/>
        <pc:sldMkLst>
          <pc:docMk/>
          <pc:sldMk cId="0" sldId="258"/>
        </pc:sldMkLst>
        <pc:spChg chg="mod">
          <ac:chgData name="Pedro Bodega" userId="3bba64922e12e504" providerId="LiveId" clId="{A28FAE79-78AD-4109-A2EE-5AA8601760B9}" dt="2026-05-14T02:38:12.536" v="102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38:14.059" v="103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edro Bodega" userId="3bba64922e12e504" providerId="LiveId" clId="{A28FAE79-78AD-4109-A2EE-5AA8601760B9}" dt="2026-05-14T02:45:53.710" v="437" actId="1076"/>
          <ac:spMkLst>
            <pc:docMk/>
            <pc:sldMk cId="0" sldId="258"/>
            <ac:spMk id="18" creationId="{00000000-0000-0000-0000-000000000000}"/>
          </ac:spMkLst>
        </pc:spChg>
        <pc:spChg chg="add del mod">
          <ac:chgData name="Pedro Bodega" userId="3bba64922e12e504" providerId="LiveId" clId="{A28FAE79-78AD-4109-A2EE-5AA8601760B9}" dt="2026-05-14T02:38:01.401" v="99" actId="478"/>
          <ac:spMkLst>
            <pc:docMk/>
            <pc:sldMk cId="0" sldId="258"/>
            <ac:spMk id="19" creationId="{00000000-0000-0000-0000-000000000000}"/>
          </ac:spMkLst>
        </pc:spChg>
        <pc:spChg chg="add del mod">
          <ac:chgData name="Pedro Bodega" userId="3bba64922e12e504" providerId="LiveId" clId="{A28FAE79-78AD-4109-A2EE-5AA8601760B9}" dt="2026-05-14T02:38:01.401" v="99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Pedro Bodega" userId="3bba64922e12e504" providerId="LiveId" clId="{A28FAE79-78AD-4109-A2EE-5AA8601760B9}" dt="2026-05-14T02:37:58.868" v="98" actId="478"/>
          <ac:spMkLst>
            <pc:docMk/>
            <pc:sldMk cId="0" sldId="258"/>
            <ac:spMk id="21" creationId="{00000000-0000-0000-0000-000000000000}"/>
          </ac:spMkLst>
        </pc:spChg>
        <pc:spChg chg="del mod">
          <ac:chgData name="Pedro Bodega" userId="3bba64922e12e504" providerId="LiveId" clId="{A28FAE79-78AD-4109-A2EE-5AA8601760B9}" dt="2026-05-14T02:38:01.401" v="99" actId="478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Pedro Bodega" userId="3bba64922e12e504" providerId="LiveId" clId="{A28FAE79-78AD-4109-A2EE-5AA8601760B9}" dt="2026-05-14T02:37:38.375" v="97" actId="478"/>
          <ac:spMkLst>
            <pc:docMk/>
            <pc:sldMk cId="0" sldId="258"/>
            <ac:spMk id="23" creationId="{00000000-0000-0000-0000-000000000000}"/>
          </ac:spMkLst>
        </pc:spChg>
        <pc:spChg chg="del mod">
          <ac:chgData name="Pedro Bodega" userId="3bba64922e12e504" providerId="LiveId" clId="{A28FAE79-78AD-4109-A2EE-5AA8601760B9}" dt="2026-05-14T02:38:09.321" v="101" actId="478"/>
          <ac:spMkLst>
            <pc:docMk/>
            <pc:sldMk cId="0" sldId="258"/>
            <ac:spMk id="24" creationId="{00000000-0000-0000-0000-000000000000}"/>
          </ac:spMkLst>
        </pc:spChg>
        <pc:spChg chg="add mod">
          <ac:chgData name="Pedro Bodega" userId="3bba64922e12e504" providerId="LiveId" clId="{A28FAE79-78AD-4109-A2EE-5AA8601760B9}" dt="2026-05-14T02:42:55.280" v="296"/>
          <ac:spMkLst>
            <pc:docMk/>
            <pc:sldMk cId="0" sldId="258"/>
            <ac:spMk id="25" creationId="{485A66AC-2FEC-99B6-CA65-FF8ADAA49ABE}"/>
          </ac:spMkLst>
        </pc:spChg>
      </pc:sldChg>
      <pc:sldChg chg="addSp delSp modSp mod">
        <pc:chgData name="Pedro Bodega" userId="3bba64922e12e504" providerId="LiveId" clId="{A28FAE79-78AD-4109-A2EE-5AA8601760B9}" dt="2026-05-14T02:42:53.614" v="295"/>
        <pc:sldMkLst>
          <pc:docMk/>
          <pc:sldMk cId="0" sldId="259"/>
        </pc:sldMkLst>
        <pc:spChg chg="mod">
          <ac:chgData name="Pedro Bodega" userId="3bba64922e12e504" providerId="LiveId" clId="{A28FAE79-78AD-4109-A2EE-5AA8601760B9}" dt="2026-05-14T02:36:07.311" v="90" actId="1076"/>
          <ac:spMkLst>
            <pc:docMk/>
            <pc:sldMk cId="0" sldId="259"/>
            <ac:spMk id="2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36:05.443" v="89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35:45.426" v="81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35:53.042" v="86" actId="478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Pedro Bodega" userId="3bba64922e12e504" providerId="LiveId" clId="{A28FAE79-78AD-4109-A2EE-5AA8601760B9}" dt="2026-05-14T02:42:53.614" v="295"/>
          <ac:spMkLst>
            <pc:docMk/>
            <pc:sldMk cId="0" sldId="259"/>
            <ac:spMk id="8" creationId="{ADC3456B-62EA-756C-7263-6043D8E7DBC8}"/>
          </ac:spMkLst>
        </pc:spChg>
        <pc:picChg chg="mod">
          <ac:chgData name="Pedro Bodega" userId="3bba64922e12e504" providerId="LiveId" clId="{A28FAE79-78AD-4109-A2EE-5AA8601760B9}" dt="2026-05-14T02:35:50.457" v="85" actId="1076"/>
          <ac:picMkLst>
            <pc:docMk/>
            <pc:sldMk cId="0" sldId="259"/>
            <ac:picMk id="4" creationId="{00000000-0000-0000-0000-000000000000}"/>
          </ac:picMkLst>
        </pc:picChg>
      </pc:sldChg>
      <pc:sldChg chg="addSp delSp modSp mod">
        <pc:chgData name="Pedro Bodega" userId="3bba64922e12e504" providerId="LiveId" clId="{A28FAE79-78AD-4109-A2EE-5AA8601760B9}" dt="2026-05-14T02:42:52.353" v="294"/>
        <pc:sldMkLst>
          <pc:docMk/>
          <pc:sldMk cId="0" sldId="260"/>
        </pc:sldMkLst>
        <pc:spChg chg="mod">
          <ac:chgData name="Pedro Bodega" userId="3bba64922e12e504" providerId="LiveId" clId="{A28FAE79-78AD-4109-A2EE-5AA8601760B9}" dt="2026-05-14T02:27:42.742" v="2" actId="1076"/>
          <ac:spMkLst>
            <pc:docMk/>
            <pc:sldMk cId="0" sldId="260"/>
            <ac:spMk id="2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27:40.579" v="1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27:27.414" v="0" actId="478"/>
          <ac:spMkLst>
            <pc:docMk/>
            <pc:sldMk cId="0" sldId="260"/>
            <ac:spMk id="22" creationId="{00000000-0000-0000-0000-000000000000}"/>
          </ac:spMkLst>
        </pc:spChg>
        <pc:spChg chg="add mod">
          <ac:chgData name="Pedro Bodega" userId="3bba64922e12e504" providerId="LiveId" clId="{A28FAE79-78AD-4109-A2EE-5AA8601760B9}" dt="2026-05-14T02:42:52.353" v="294"/>
          <ac:spMkLst>
            <pc:docMk/>
            <pc:sldMk cId="0" sldId="260"/>
            <ac:spMk id="25" creationId="{625C8F71-AA70-9BF5-D889-ECA0D8AA206F}"/>
          </ac:spMkLst>
        </pc:spChg>
        <pc:picChg chg="mod">
          <ac:chgData name="Pedro Bodega" userId="3bba64922e12e504" providerId="LiveId" clId="{A28FAE79-78AD-4109-A2EE-5AA8601760B9}" dt="2026-05-14T02:35:58.188" v="88" actId="1076"/>
          <ac:picMkLst>
            <pc:docMk/>
            <pc:sldMk cId="0" sldId="260"/>
            <ac:picMk id="4" creationId="{00000000-0000-0000-0000-000000000000}"/>
          </ac:picMkLst>
        </pc:picChg>
      </pc:sldChg>
      <pc:sldChg chg="del">
        <pc:chgData name="Pedro Bodega" userId="3bba64922e12e504" providerId="LiveId" clId="{A28FAE79-78AD-4109-A2EE-5AA8601760B9}" dt="2026-05-14T02:37:05.053" v="91" actId="47"/>
        <pc:sldMkLst>
          <pc:docMk/>
          <pc:sldMk cId="0" sldId="261"/>
        </pc:sldMkLst>
      </pc:sldChg>
      <pc:sldChg chg="addSp delSp modSp mod">
        <pc:chgData name="Pedro Bodega" userId="3bba64922e12e504" providerId="LiveId" clId="{A28FAE79-78AD-4109-A2EE-5AA8601760B9}" dt="2026-05-14T02:30:15.412" v="21" actId="478"/>
        <pc:sldMkLst>
          <pc:docMk/>
          <pc:sldMk cId="0" sldId="262"/>
        </pc:sldMkLst>
        <pc:spChg chg="del mod">
          <ac:chgData name="Pedro Bodega" userId="3bba64922e12e504" providerId="LiveId" clId="{A28FAE79-78AD-4109-A2EE-5AA8601760B9}" dt="2026-05-14T02:28:18.149" v="9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28:12.443" v="5" actId="478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Pedro Bodega" userId="3bba64922e12e504" providerId="LiveId" clId="{A28FAE79-78AD-4109-A2EE-5AA8601760B9}" dt="2026-05-14T02:28:14.844" v="7" actId="478"/>
          <ac:spMkLst>
            <pc:docMk/>
            <pc:sldMk cId="0" sldId="262"/>
            <ac:spMk id="6" creationId="{A35E9CCA-C0AD-5948-D9C3-AC59C7926061}"/>
          </ac:spMkLst>
        </pc:spChg>
        <pc:spChg chg="add del mod">
          <ac:chgData name="Pedro Bodega" userId="3bba64922e12e504" providerId="LiveId" clId="{A28FAE79-78AD-4109-A2EE-5AA8601760B9}" dt="2026-05-14T02:28:14.844" v="7" actId="478"/>
          <ac:spMkLst>
            <pc:docMk/>
            <pc:sldMk cId="0" sldId="262"/>
            <ac:spMk id="9" creationId="{4AF56396-9918-5BDF-79FE-4BC0729E672D}"/>
          </ac:spMkLst>
        </pc:spChg>
        <pc:spChg chg="add del mod">
          <ac:chgData name="Pedro Bodega" userId="3bba64922e12e504" providerId="LiveId" clId="{A28FAE79-78AD-4109-A2EE-5AA8601760B9}" dt="2026-05-14T02:30:14.697" v="20" actId="478"/>
          <ac:spMkLst>
            <pc:docMk/>
            <pc:sldMk cId="0" sldId="262"/>
            <ac:spMk id="11" creationId="{64F7310C-28C8-C56C-F439-76EFBAEC8940}"/>
          </ac:spMkLst>
        </pc:spChg>
        <pc:spChg chg="mod">
          <ac:chgData name="Pedro Bodega" userId="3bba64922e12e504" providerId="LiveId" clId="{A28FAE79-78AD-4109-A2EE-5AA8601760B9}" dt="2026-05-14T02:29:22.230" v="18" actId="1076"/>
          <ac:spMkLst>
            <pc:docMk/>
            <pc:sldMk cId="0" sldId="262"/>
            <ac:spMk id="35" creationId="{18515E28-1BAE-00CD-45B7-75366170561E}"/>
          </ac:spMkLst>
        </pc:spChg>
        <pc:spChg chg="del mod">
          <ac:chgData name="Pedro Bodega" userId="3bba64922e12e504" providerId="LiveId" clId="{A28FAE79-78AD-4109-A2EE-5AA8601760B9}" dt="2026-05-14T02:28:08.246" v="4" actId="478"/>
          <ac:spMkLst>
            <pc:docMk/>
            <pc:sldMk cId="0" sldId="262"/>
            <ac:spMk id="2084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29:13.903" v="13" actId="478"/>
          <ac:spMkLst>
            <pc:docMk/>
            <pc:sldMk cId="0" sldId="262"/>
            <ac:spMk id="2085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29:13.078" v="12" actId="478"/>
          <ac:spMkLst>
            <pc:docMk/>
            <pc:sldMk cId="0" sldId="262"/>
            <ac:spMk id="2086" creationId="{00000000-0000-0000-0000-000000000000}"/>
          </ac:spMkLst>
        </pc:spChg>
        <pc:spChg chg="del">
          <ac:chgData name="Pedro Bodega" userId="3bba64922e12e504" providerId="LiveId" clId="{A28FAE79-78AD-4109-A2EE-5AA8601760B9}" dt="2026-05-14T02:29:11.965" v="11" actId="478"/>
          <ac:spMkLst>
            <pc:docMk/>
            <pc:sldMk cId="0" sldId="262"/>
            <ac:spMk id="2087" creationId="{00000000-0000-0000-0000-000000000000}"/>
          </ac:spMkLst>
        </pc:spChg>
        <pc:cxnChg chg="add del mod">
          <ac:chgData name="Pedro Bodega" userId="3bba64922e12e504" providerId="LiveId" clId="{A28FAE79-78AD-4109-A2EE-5AA8601760B9}" dt="2026-05-14T02:30:15.412" v="21" actId="478"/>
          <ac:cxnSpMkLst>
            <pc:docMk/>
            <pc:sldMk cId="0" sldId="262"/>
            <ac:cxnSpMk id="10" creationId="{05786BA6-1B82-8D26-0B95-9FF2E3BFE03A}"/>
          </ac:cxnSpMkLst>
        </pc:cxnChg>
        <pc:cxnChg chg="mod">
          <ac:chgData name="Pedro Bodega" userId="3bba64922e12e504" providerId="LiveId" clId="{A28FAE79-78AD-4109-A2EE-5AA8601760B9}" dt="2026-05-14T02:29:22.230" v="18" actId="1076"/>
          <ac:cxnSpMkLst>
            <pc:docMk/>
            <pc:sldMk cId="0" sldId="262"/>
            <ac:cxnSpMk id="25" creationId="{F93B05A5-FEA3-C0FD-720E-C11950C4CBED}"/>
          </ac:cxnSpMkLst>
        </pc:cxnChg>
      </pc:sldChg>
      <pc:sldChg chg="addSp delSp modSp del mod">
        <pc:chgData name="Pedro Bodega" userId="3bba64922e12e504" providerId="LiveId" clId="{A28FAE79-78AD-4109-A2EE-5AA8601760B9}" dt="2026-05-14T02:43:32.534" v="299" actId="47"/>
        <pc:sldMkLst>
          <pc:docMk/>
          <pc:sldMk cId="0" sldId="263"/>
        </pc:sldMkLst>
        <pc:spChg chg="del">
          <ac:chgData name="Pedro Bodega" userId="3bba64922e12e504" providerId="LiveId" clId="{A28FAE79-78AD-4109-A2EE-5AA8601760B9}" dt="2026-05-14T02:28:46.294" v="10" actId="478"/>
          <ac:spMkLst>
            <pc:docMk/>
            <pc:sldMk cId="0" sldId="263"/>
            <ac:spMk id="38" creationId="{00000000-0000-0000-0000-000000000000}"/>
          </ac:spMkLst>
        </pc:spChg>
        <pc:spChg chg="add mod">
          <ac:chgData name="Pedro Bodega" userId="3bba64922e12e504" providerId="LiveId" clId="{A28FAE79-78AD-4109-A2EE-5AA8601760B9}" dt="2026-05-14T02:43:01.068" v="298"/>
          <ac:spMkLst>
            <pc:docMk/>
            <pc:sldMk cId="0" sldId="263"/>
            <ac:spMk id="41" creationId="{3FF30EFE-05C4-433A-E7F6-D412C4E32947}"/>
          </ac:spMkLst>
        </pc:spChg>
      </pc:sldChg>
      <pc:sldChg chg="modSp mod">
        <pc:chgData name="Pedro Bodega" userId="3bba64922e12e504" providerId="LiveId" clId="{A28FAE79-78AD-4109-A2EE-5AA8601760B9}" dt="2026-05-14T02:44:32.873" v="431" actId="20577"/>
        <pc:sldMkLst>
          <pc:docMk/>
          <pc:sldMk cId="0" sldId="264"/>
        </pc:sldMkLst>
        <pc:spChg chg="mod">
          <ac:chgData name="Pedro Bodega" userId="3bba64922e12e504" providerId="LiveId" clId="{A28FAE79-78AD-4109-A2EE-5AA8601760B9}" dt="2026-05-14T02:44:32.873" v="431" actId="20577"/>
          <ac:spMkLst>
            <pc:docMk/>
            <pc:sldMk cId="0" sldId="264"/>
            <ac:spMk id="2" creationId="{00000000-0000-0000-0000-000000000000}"/>
          </ac:spMkLst>
        </pc:spChg>
      </pc:sldChg>
      <pc:sldChg chg="addSp modSp add mod">
        <pc:chgData name="Pedro Bodega" userId="3bba64922e12e504" providerId="LiveId" clId="{A28FAE79-78AD-4109-A2EE-5AA8601760B9}" dt="2026-05-14T02:42:41.864" v="293" actId="1076"/>
        <pc:sldMkLst>
          <pc:docMk/>
          <pc:sldMk cId="3839697204" sldId="265"/>
        </pc:sldMkLst>
        <pc:spChg chg="mod">
          <ac:chgData name="Pedro Bodega" userId="3bba64922e12e504" providerId="LiveId" clId="{A28FAE79-78AD-4109-A2EE-5AA8601760B9}" dt="2026-05-14T02:40:39.007" v="216" actId="1076"/>
          <ac:spMkLst>
            <pc:docMk/>
            <pc:sldMk cId="3839697204" sldId="265"/>
            <ac:spMk id="11" creationId="{64F7310C-28C8-C56C-F439-76EFBAEC8940}"/>
          </ac:spMkLst>
        </pc:spChg>
        <pc:spChg chg="add mod">
          <ac:chgData name="Pedro Bodega" userId="3bba64922e12e504" providerId="LiveId" clId="{A28FAE79-78AD-4109-A2EE-5AA8601760B9}" dt="2026-05-14T02:40:48.048" v="219" actId="1076"/>
          <ac:spMkLst>
            <pc:docMk/>
            <pc:sldMk cId="3839697204" sldId="265"/>
            <ac:spMk id="24" creationId="{33882618-9E29-7836-C003-4EE19B96D5F0}"/>
          </ac:spMkLst>
        </pc:spChg>
        <pc:spChg chg="mod">
          <ac:chgData name="Pedro Bodega" userId="3bba64922e12e504" providerId="LiveId" clId="{A28FAE79-78AD-4109-A2EE-5AA8601760B9}" dt="2026-05-14T02:40:34.617" v="213" actId="1076"/>
          <ac:spMkLst>
            <pc:docMk/>
            <pc:sldMk cId="3839697204" sldId="265"/>
            <ac:spMk id="30" creationId="{EDDC4641-CC19-824C-725B-396B101FEAD0}"/>
          </ac:spMkLst>
        </pc:spChg>
        <pc:spChg chg="add mod">
          <ac:chgData name="Pedro Bodega" userId="3bba64922e12e504" providerId="LiveId" clId="{A28FAE79-78AD-4109-A2EE-5AA8601760B9}" dt="2026-05-14T02:41:27.862" v="234" actId="14100"/>
          <ac:spMkLst>
            <pc:docMk/>
            <pc:sldMk cId="3839697204" sldId="265"/>
            <ac:spMk id="32" creationId="{AB1C53F3-CBEF-7676-69B1-5F10929F10A3}"/>
          </ac:spMkLst>
        </pc:spChg>
        <pc:spChg chg="mod">
          <ac:chgData name="Pedro Bodega" userId="3bba64922e12e504" providerId="LiveId" clId="{A28FAE79-78AD-4109-A2EE-5AA8601760B9}" dt="2026-05-14T02:40:36.071" v="214" actId="1076"/>
          <ac:spMkLst>
            <pc:docMk/>
            <pc:sldMk cId="3839697204" sldId="265"/>
            <ac:spMk id="33" creationId="{E9561AFD-9753-C4D0-3AB1-7076BBF8FCE9}"/>
          </ac:spMkLst>
        </pc:spChg>
        <pc:spChg chg="mod">
          <ac:chgData name="Pedro Bodega" userId="3bba64922e12e504" providerId="LiveId" clId="{A28FAE79-78AD-4109-A2EE-5AA8601760B9}" dt="2026-05-14T02:40:37.615" v="215" actId="1076"/>
          <ac:spMkLst>
            <pc:docMk/>
            <pc:sldMk cId="3839697204" sldId="265"/>
            <ac:spMk id="35" creationId="{18515E28-1BAE-00CD-45B7-75366170561E}"/>
          </ac:spMkLst>
        </pc:spChg>
        <pc:spChg chg="mod">
          <ac:chgData name="Pedro Bodega" userId="3bba64922e12e504" providerId="LiveId" clId="{A28FAE79-78AD-4109-A2EE-5AA8601760B9}" dt="2026-05-14T02:42:41.864" v="293" actId="1076"/>
          <ac:spMkLst>
            <pc:docMk/>
            <pc:sldMk cId="3839697204" sldId="265"/>
            <ac:spMk id="48" creationId="{E389ADCE-B53F-703C-2DA7-B0C49E30E771}"/>
          </ac:spMkLst>
        </pc:spChg>
        <pc:spChg chg="mod">
          <ac:chgData name="Pedro Bodega" userId="3bba64922e12e504" providerId="LiveId" clId="{A28FAE79-78AD-4109-A2EE-5AA8601760B9}" dt="2026-05-14T02:41:56.748" v="253" actId="1076"/>
          <ac:spMkLst>
            <pc:docMk/>
            <pc:sldMk cId="3839697204" sldId="265"/>
            <ac:spMk id="54" creationId="{5A42C8D4-E329-67B9-A946-C23E9881FC2A}"/>
          </ac:spMkLst>
        </pc:spChg>
        <pc:cxnChg chg="mod">
          <ac:chgData name="Pedro Bodega" userId="3bba64922e12e504" providerId="LiveId" clId="{A28FAE79-78AD-4109-A2EE-5AA8601760B9}" dt="2026-05-14T02:40:39.007" v="216" actId="1076"/>
          <ac:cxnSpMkLst>
            <pc:docMk/>
            <pc:sldMk cId="3839697204" sldId="265"/>
            <ac:cxnSpMk id="10" creationId="{05786BA6-1B82-8D26-0B95-9FF2E3BFE03A}"/>
          </ac:cxnSpMkLst>
        </pc:cxnChg>
        <pc:cxnChg chg="mod">
          <ac:chgData name="Pedro Bodega" userId="3bba64922e12e504" providerId="LiveId" clId="{A28FAE79-78AD-4109-A2EE-5AA8601760B9}" dt="2026-05-14T02:40:34.617" v="213" actId="1076"/>
          <ac:cxnSpMkLst>
            <pc:docMk/>
            <pc:sldMk cId="3839697204" sldId="265"/>
            <ac:cxnSpMk id="17" creationId="{08038820-A4FA-FE43-4228-85C630511169}"/>
          </ac:cxnSpMkLst>
        </pc:cxnChg>
        <pc:cxnChg chg="mod">
          <ac:chgData name="Pedro Bodega" userId="3bba64922e12e504" providerId="LiveId" clId="{A28FAE79-78AD-4109-A2EE-5AA8601760B9}" dt="2026-05-14T02:40:36.071" v="214" actId="1076"/>
          <ac:cxnSpMkLst>
            <pc:docMk/>
            <pc:sldMk cId="3839697204" sldId="265"/>
            <ac:cxnSpMk id="20" creationId="{EBEB7800-E2EA-857A-0F27-86B5E033FF81}"/>
          </ac:cxnSpMkLst>
        </pc:cxnChg>
        <pc:cxnChg chg="add mod">
          <ac:chgData name="Pedro Bodega" userId="3bba64922e12e504" providerId="LiveId" clId="{A28FAE79-78AD-4109-A2EE-5AA8601760B9}" dt="2026-05-14T02:40:48.048" v="219" actId="1076"/>
          <ac:cxnSpMkLst>
            <pc:docMk/>
            <pc:sldMk cId="3839697204" sldId="265"/>
            <ac:cxnSpMk id="23" creationId="{3E36F483-93B6-C75A-9A17-94758A6E9855}"/>
          </ac:cxnSpMkLst>
        </pc:cxnChg>
        <pc:cxnChg chg="mod">
          <ac:chgData name="Pedro Bodega" userId="3bba64922e12e504" providerId="LiveId" clId="{A28FAE79-78AD-4109-A2EE-5AA8601760B9}" dt="2026-05-14T02:40:37.615" v="215" actId="1076"/>
          <ac:cxnSpMkLst>
            <pc:docMk/>
            <pc:sldMk cId="3839697204" sldId="265"/>
            <ac:cxnSpMk id="25" creationId="{F93B05A5-FEA3-C0FD-720E-C11950C4CBED}"/>
          </ac:cxnSpMkLst>
        </pc:cxnChg>
        <pc:cxnChg chg="mod">
          <ac:chgData name="Pedro Bodega" userId="3bba64922e12e504" providerId="LiveId" clId="{A28FAE79-78AD-4109-A2EE-5AA8601760B9}" dt="2026-05-14T02:42:41.864" v="293" actId="1076"/>
          <ac:cxnSpMkLst>
            <pc:docMk/>
            <pc:sldMk cId="3839697204" sldId="265"/>
            <ac:cxnSpMk id="41" creationId="{12568BB2-BE9E-9722-4B7C-C2480DEE3489}"/>
          </ac:cxnSpMkLst>
        </pc:cxnChg>
        <pc:cxnChg chg="add mod">
          <ac:chgData name="Pedro Bodega" userId="3bba64922e12e504" providerId="LiveId" clId="{A28FAE79-78AD-4109-A2EE-5AA8601760B9}" dt="2026-05-14T02:41:27.862" v="234" actId="14100"/>
          <ac:cxnSpMkLst>
            <pc:docMk/>
            <pc:sldMk cId="3839697204" sldId="265"/>
            <ac:cxnSpMk id="45" creationId="{C7C827A3-D320-C490-420A-AD61ECBE9A3B}"/>
          </ac:cxnSpMkLst>
        </pc:cxnChg>
        <pc:cxnChg chg="mod">
          <ac:chgData name="Pedro Bodega" userId="3bba64922e12e504" providerId="LiveId" clId="{A28FAE79-78AD-4109-A2EE-5AA8601760B9}" dt="2026-05-14T02:41:56.748" v="253" actId="1076"/>
          <ac:cxnSpMkLst>
            <pc:docMk/>
            <pc:sldMk cId="3839697204" sldId="265"/>
            <ac:cxnSpMk id="51" creationId="{411008AF-96D2-631C-5DB1-8F4C191C76F5}"/>
          </ac:cxnSpMkLst>
        </pc:cxnChg>
        <pc:cxnChg chg="mod">
          <ac:chgData name="Pedro Bodega" userId="3bba64922e12e504" providerId="LiveId" clId="{A28FAE79-78AD-4109-A2EE-5AA8601760B9}" dt="2026-05-14T02:40:36.071" v="214" actId="1076"/>
          <ac:cxnSpMkLst>
            <pc:docMk/>
            <pc:sldMk cId="3839697204" sldId="265"/>
            <ac:cxnSpMk id="2074" creationId="{B99B5A9E-928A-9EB6-B912-D6D9AD6C2C9C}"/>
          </ac:cxnSpMkLst>
        </pc:cxnChg>
      </pc:sldChg>
      <pc:sldChg chg="new del">
        <pc:chgData name="Pedro Bodega" userId="3bba64922e12e504" providerId="LiveId" clId="{A28FAE79-78AD-4109-A2EE-5AA8601760B9}" dt="2026-05-14T02:39:13.930" v="201" actId="47"/>
        <pc:sldMkLst>
          <pc:docMk/>
          <pc:sldMk cId="1712206607" sldId="266"/>
        </pc:sldMkLst>
      </pc:sldChg>
    </pc:docChg>
  </pc:docChgLst>
  <pc:docChgLst>
    <pc:chgData name="Pedro Bodega" userId="3bba64922e12e504" providerId="LiveId" clId="{FCE255F8-CBB8-4542-831E-D6D637C6EA9A}"/>
    <pc:docChg chg="undo redo custSel addSld delSld modSld sldOrd modMainMaster">
      <pc:chgData name="Pedro Bodega" userId="3bba64922e12e504" providerId="LiveId" clId="{FCE255F8-CBB8-4542-831E-D6D637C6EA9A}" dt="2025-06-17T14:06:04.171" v="353" actId="47"/>
      <pc:docMkLst>
        <pc:docMk/>
      </pc:docMkLst>
      <pc:sldChg chg="modSp del mod">
        <pc:chgData name="Pedro Bodega" userId="3bba64922e12e504" providerId="LiveId" clId="{FCE255F8-CBB8-4542-831E-D6D637C6EA9A}" dt="2025-06-17T09:06:44.940" v="108" actId="47"/>
        <pc:sldMkLst>
          <pc:docMk/>
          <pc:sldMk cId="2129369298" sldId="258"/>
        </pc:sldMkLst>
        <pc:spChg chg="mod">
          <ac:chgData name="Pedro Bodega" userId="3bba64922e12e504" providerId="LiveId" clId="{FCE255F8-CBB8-4542-831E-D6D637C6EA9A}" dt="2025-06-17T09:06:22.710" v="104" actId="1076"/>
          <ac:spMkLst>
            <pc:docMk/>
            <pc:sldMk cId="2129369298" sldId="258"/>
            <ac:spMk id="2" creationId="{013B06F0-4EBE-5357-7271-DC4711676971}"/>
          </ac:spMkLst>
        </pc:spChg>
      </pc:sldChg>
      <pc:sldChg chg="modSp new del mod">
        <pc:chgData name="Pedro Bodega" userId="3bba64922e12e504" providerId="LiveId" clId="{FCE255F8-CBB8-4542-831E-D6D637C6EA9A}" dt="2025-06-17T12:41:47.537" v="223" actId="47"/>
        <pc:sldMkLst>
          <pc:docMk/>
          <pc:sldMk cId="1417176340" sldId="259"/>
        </pc:sldMkLst>
        <pc:spChg chg="mod">
          <ac:chgData name="Pedro Bodega" userId="3bba64922e12e504" providerId="LiveId" clId="{FCE255F8-CBB8-4542-831E-D6D637C6EA9A}" dt="2025-06-17T12:41:09.514" v="216" actId="14100"/>
          <ac:spMkLst>
            <pc:docMk/>
            <pc:sldMk cId="1417176340" sldId="259"/>
            <ac:spMk id="2" creationId="{F664AFDC-EDF0-D231-0C85-E35D8D981A22}"/>
          </ac:spMkLst>
        </pc:spChg>
      </pc:sldChg>
      <pc:sldChg chg="del">
        <pc:chgData name="Pedro Bodega" userId="3bba64922e12e504" providerId="LiveId" clId="{FCE255F8-CBB8-4542-831E-D6D637C6EA9A}" dt="2025-06-17T06:41:04.083" v="49" actId="47"/>
        <pc:sldMkLst>
          <pc:docMk/>
          <pc:sldMk cId="1722958876" sldId="259"/>
        </pc:sldMkLst>
      </pc:sldChg>
      <pc:sldChg chg="del">
        <pc:chgData name="Pedro Bodega" userId="3bba64922e12e504" providerId="LiveId" clId="{FCE255F8-CBB8-4542-831E-D6D637C6EA9A}" dt="2025-06-17T06:41:03.066" v="48" actId="47"/>
        <pc:sldMkLst>
          <pc:docMk/>
          <pc:sldMk cId="915982935" sldId="260"/>
        </pc:sldMkLst>
      </pc:sldChg>
      <pc:sldChg chg="modSp new del mod">
        <pc:chgData name="Pedro Bodega" userId="3bba64922e12e504" providerId="LiveId" clId="{FCE255F8-CBB8-4542-831E-D6D637C6EA9A}" dt="2025-06-17T12:41:48.563" v="224" actId="47"/>
        <pc:sldMkLst>
          <pc:docMk/>
          <pc:sldMk cId="1771806984" sldId="260"/>
        </pc:sldMkLst>
        <pc:spChg chg="mod">
          <ac:chgData name="Pedro Bodega" userId="3bba64922e12e504" providerId="LiveId" clId="{FCE255F8-CBB8-4542-831E-D6D637C6EA9A}" dt="2025-06-17T12:40:55.466" v="215" actId="20577"/>
          <ac:spMkLst>
            <pc:docMk/>
            <pc:sldMk cId="1771806984" sldId="260"/>
            <ac:spMk id="2" creationId="{A89EE593-2D5A-80D9-A617-BEB11CDF7244}"/>
          </ac:spMkLst>
        </pc:spChg>
      </pc:sldChg>
      <pc:sldChg chg="new">
        <pc:chgData name="Pedro Bodega" userId="3bba64922e12e504" providerId="LiveId" clId="{FCE255F8-CBB8-4542-831E-D6D637C6EA9A}" dt="2025-06-17T06:41:28.898" v="52" actId="680"/>
        <pc:sldMkLst>
          <pc:docMk/>
          <pc:sldMk cId="920576013" sldId="261"/>
        </pc:sldMkLst>
      </pc:sldChg>
      <pc:sldChg chg="new del">
        <pc:chgData name="Pedro Bodega" userId="3bba64922e12e504" providerId="LiveId" clId="{FCE255F8-CBB8-4542-831E-D6D637C6EA9A}" dt="2025-06-17T09:06:35.229" v="106" actId="47"/>
        <pc:sldMkLst>
          <pc:docMk/>
          <pc:sldMk cId="683725782" sldId="262"/>
        </pc:sldMkLst>
      </pc:sldChg>
      <pc:sldChg chg="new">
        <pc:chgData name="Pedro Bodega" userId="3bba64922e12e504" providerId="LiveId" clId="{FCE255F8-CBB8-4542-831E-D6D637C6EA9A}" dt="2025-06-17T09:06:42.192" v="107" actId="680"/>
        <pc:sldMkLst>
          <pc:docMk/>
          <pc:sldMk cId="3443037718" sldId="262"/>
        </pc:sldMkLst>
      </pc:sldChg>
      <pc:sldChg chg="new del">
        <pc:chgData name="Pedro Bodega" userId="3bba64922e12e504" providerId="LiveId" clId="{FCE255F8-CBB8-4542-831E-D6D637C6EA9A}" dt="2025-06-17T12:41:18.622" v="218" actId="47"/>
        <pc:sldMkLst>
          <pc:docMk/>
          <pc:sldMk cId="1735743880" sldId="263"/>
        </pc:sldMkLst>
      </pc:sldChg>
      <pc:sldChg chg="new del ord modAnim">
        <pc:chgData name="Pedro Bodega" userId="3bba64922e12e504" providerId="LiveId" clId="{FCE255F8-CBB8-4542-831E-D6D637C6EA9A}" dt="2025-06-17T12:56:13.462" v="282" actId="47"/>
        <pc:sldMkLst>
          <pc:docMk/>
          <pc:sldMk cId="3925658047" sldId="263"/>
        </pc:sldMkLst>
      </pc:sldChg>
      <pc:sldChg chg="modSp new ord modAnim">
        <pc:chgData name="Pedro Bodega" userId="3bba64922e12e504" providerId="LiveId" clId="{FCE255F8-CBB8-4542-831E-D6D637C6EA9A}" dt="2025-06-17T13:48:21.324" v="347"/>
        <pc:sldMkLst>
          <pc:docMk/>
          <pc:sldMk cId="871464335" sldId="264"/>
        </pc:sldMkLst>
        <pc:spChg chg="mod">
          <ac:chgData name="Pedro Bodega" userId="3bba64922e12e504" providerId="LiveId" clId="{FCE255F8-CBB8-4542-831E-D6D637C6EA9A}" dt="2025-06-17T13:48:15.877" v="345" actId="5793"/>
          <ac:spMkLst>
            <pc:docMk/>
            <pc:sldMk cId="871464335" sldId="264"/>
            <ac:spMk id="2" creationId="{834025C3-791C-7977-E64C-5AB485980215}"/>
          </ac:spMkLst>
        </pc:spChg>
      </pc:sldChg>
      <pc:sldChg chg="new del">
        <pc:chgData name="Pedro Bodega" userId="3bba64922e12e504" providerId="LiveId" clId="{FCE255F8-CBB8-4542-831E-D6D637C6EA9A}" dt="2025-06-17T12:56:12.258" v="281" actId="47"/>
        <pc:sldMkLst>
          <pc:docMk/>
          <pc:sldMk cId="179612668" sldId="265"/>
        </pc:sldMkLst>
      </pc:sldChg>
      <pc:sldChg chg="modSp new del mod ord">
        <pc:chgData name="Pedro Bodega" userId="3bba64922e12e504" providerId="LiveId" clId="{FCE255F8-CBB8-4542-831E-D6D637C6EA9A}" dt="2025-06-17T12:56:51.155" v="311" actId="2696"/>
        <pc:sldMkLst>
          <pc:docMk/>
          <pc:sldMk cId="1552818623" sldId="265"/>
        </pc:sldMkLst>
        <pc:spChg chg="mod">
          <ac:chgData name="Pedro Bodega" userId="3bba64922e12e504" providerId="LiveId" clId="{FCE255F8-CBB8-4542-831E-D6D637C6EA9A}" dt="2025-06-17T12:56:31.621" v="309" actId="20577"/>
          <ac:spMkLst>
            <pc:docMk/>
            <pc:sldMk cId="1552818623" sldId="265"/>
            <ac:spMk id="2" creationId="{F8067C6C-142B-AF09-FABB-CE2B3E6952E6}"/>
          </ac:spMkLst>
        </pc:spChg>
      </pc:sldChg>
      <pc:sldChg chg="modSp new del mod modAnim">
        <pc:chgData name="Pedro Bodega" userId="3bba64922e12e504" providerId="LiveId" clId="{FCE255F8-CBB8-4542-831E-D6D637C6EA9A}" dt="2025-06-17T12:55:03.472" v="265" actId="680"/>
        <pc:sldMkLst>
          <pc:docMk/>
          <pc:sldMk cId="1802262645" sldId="265"/>
        </pc:sldMkLst>
        <pc:spChg chg="mod">
          <ac:chgData name="Pedro Bodega" userId="3bba64922e12e504" providerId="LiveId" clId="{FCE255F8-CBB8-4542-831E-D6D637C6EA9A}" dt="2025-06-17T12:55:03.281" v="264" actId="20577"/>
          <ac:spMkLst>
            <pc:docMk/>
            <pc:sldMk cId="1802262645" sldId="265"/>
            <ac:spMk id="2" creationId="{624A3DEE-B73E-5A7B-2E14-1BFEA7288BB4}"/>
          </ac:spMkLst>
        </pc:spChg>
      </pc:sldChg>
      <pc:sldChg chg="modSp new mod ord">
        <pc:chgData name="Pedro Bodega" userId="3bba64922e12e504" providerId="LiveId" clId="{FCE255F8-CBB8-4542-831E-D6D637C6EA9A}" dt="2025-06-17T12:57:10.745" v="342" actId="27636"/>
        <pc:sldMkLst>
          <pc:docMk/>
          <pc:sldMk cId="3813860300" sldId="265"/>
        </pc:sldMkLst>
        <pc:spChg chg="mod">
          <ac:chgData name="Pedro Bodega" userId="3bba64922e12e504" providerId="LiveId" clId="{FCE255F8-CBB8-4542-831E-D6D637C6EA9A}" dt="2025-06-17T12:57:10.745" v="342" actId="27636"/>
          <ac:spMkLst>
            <pc:docMk/>
            <pc:sldMk cId="3813860300" sldId="265"/>
            <ac:spMk id="2" creationId="{2505E3BE-D9A8-EEA6-7805-A1A67B41819B}"/>
          </ac:spMkLst>
        </pc:spChg>
      </pc:sldChg>
      <pc:sldChg chg="new del">
        <pc:chgData name="Pedro Bodega" userId="3bba64922e12e504" providerId="LiveId" clId="{FCE255F8-CBB8-4542-831E-D6D637C6EA9A}" dt="2025-06-17T14:05:54.768" v="349" actId="47"/>
        <pc:sldMkLst>
          <pc:docMk/>
          <pc:sldMk cId="141901742" sldId="266"/>
        </pc:sldMkLst>
      </pc:sldChg>
      <pc:sldChg chg="new del">
        <pc:chgData name="Pedro Bodega" userId="3bba64922e12e504" providerId="LiveId" clId="{FCE255F8-CBB8-4542-831E-D6D637C6EA9A}" dt="2025-06-17T14:05:58.997" v="351" actId="47"/>
        <pc:sldMkLst>
          <pc:docMk/>
          <pc:sldMk cId="2480804403" sldId="266"/>
        </pc:sldMkLst>
      </pc:sldChg>
      <pc:sldChg chg="new del">
        <pc:chgData name="Pedro Bodega" userId="3bba64922e12e504" providerId="LiveId" clId="{FCE255F8-CBB8-4542-831E-D6D637C6EA9A}" dt="2025-06-17T14:06:04.171" v="353" actId="47"/>
        <pc:sldMkLst>
          <pc:docMk/>
          <pc:sldMk cId="3256716820" sldId="266"/>
        </pc:sldMkLst>
      </pc:sldChg>
      <pc:sldMasterChg chg="addSp delSp modSp mod delSldLayout modSldLayout sldLayoutOrd">
        <pc:chgData name="Pedro Bodega" userId="3bba64922e12e504" providerId="LiveId" clId="{FCE255F8-CBB8-4542-831E-D6D637C6EA9A}" dt="2025-06-17T12:56:44.881" v="310" actId="12"/>
        <pc:sldMasterMkLst>
          <pc:docMk/>
          <pc:sldMasterMk cId="2926898407" sldId="2147483648"/>
        </pc:sldMasterMkLst>
        <pc:spChg chg="mod">
          <ac:chgData name="Pedro Bodega" userId="3bba64922e12e504" providerId="LiveId" clId="{FCE255F8-CBB8-4542-831E-D6D637C6EA9A}" dt="2025-06-17T09:05:52.995" v="102" actId="2711"/>
          <ac:spMkLst>
            <pc:docMk/>
            <pc:sldMasterMk cId="2926898407" sldId="2147483648"/>
            <ac:spMk id="2" creationId="{BE22E520-0431-423A-4B4A-6B3A8139DDAB}"/>
          </ac:spMkLst>
        </pc:spChg>
        <pc:spChg chg="mod">
          <ac:chgData name="Pedro Bodega" userId="3bba64922e12e504" providerId="LiveId" clId="{FCE255F8-CBB8-4542-831E-D6D637C6EA9A}" dt="2025-06-17T09:05:56.832" v="103" actId="2711"/>
          <ac:spMkLst>
            <pc:docMk/>
            <pc:sldMasterMk cId="2926898407" sldId="2147483648"/>
            <ac:spMk id="3" creationId="{5F14CCBA-5717-814C-6D8E-18E076CBD79C}"/>
          </ac:spMkLst>
        </pc:spChg>
        <pc:spChg chg="add mod">
          <ac:chgData name="Pedro Bodega" userId="3bba64922e12e504" providerId="LiveId" clId="{FCE255F8-CBB8-4542-831E-D6D637C6EA9A}" dt="2025-06-17T09:10:52.917" v="141" actId="208"/>
          <ac:spMkLst>
            <pc:docMk/>
            <pc:sldMasterMk cId="2926898407" sldId="2147483648"/>
            <ac:spMk id="6" creationId="{E9AAD5BF-6AAA-5475-494F-8E83EC8493C8}"/>
          </ac:spMkLst>
        </pc:spChg>
        <pc:spChg chg="mod">
          <ac:chgData name="Pedro Bodega" userId="3bba64922e12e504" providerId="LiveId" clId="{FCE255F8-CBB8-4542-831E-D6D637C6EA9A}" dt="2025-06-17T09:14:13.486" v="151" actId="1076"/>
          <ac:spMkLst>
            <pc:docMk/>
            <pc:sldMasterMk cId="2926898407" sldId="2147483648"/>
            <ac:spMk id="7" creationId="{2F125A67-3EF2-4D23-E1A0-E61A130AC7B1}"/>
          </ac:spMkLst>
        </pc:spChg>
        <pc:spChg chg="add mod">
          <ac:chgData name="Pedro Bodega" userId="3bba64922e12e504" providerId="LiveId" clId="{FCE255F8-CBB8-4542-831E-D6D637C6EA9A}" dt="2025-06-17T09:10:52.917" v="141" actId="208"/>
          <ac:spMkLst>
            <pc:docMk/>
            <pc:sldMasterMk cId="2926898407" sldId="2147483648"/>
            <ac:spMk id="8" creationId="{29D0FACC-06E6-5A4F-DEA4-73B727E20595}"/>
          </ac:spMkLst>
        </pc:spChg>
        <pc:spChg chg="mod">
          <ac:chgData name="Pedro Bodega" userId="3bba64922e12e504" providerId="LiveId" clId="{FCE255F8-CBB8-4542-831E-D6D637C6EA9A}" dt="2025-06-17T09:17:28.688" v="213" actId="20577"/>
          <ac:spMkLst>
            <pc:docMk/>
            <pc:sldMasterMk cId="2926898407" sldId="2147483648"/>
            <ac:spMk id="10" creationId="{C1220BA2-AD0E-0A4E-4100-E52995E5B8CC}"/>
          </ac:spMkLst>
        </pc:spChg>
        <pc:spChg chg="mod">
          <ac:chgData name="Pedro Bodega" userId="3bba64922e12e504" providerId="LiveId" clId="{FCE255F8-CBB8-4542-831E-D6D637C6EA9A}" dt="2025-06-17T09:14:24.333" v="152" actId="1076"/>
          <ac:spMkLst>
            <pc:docMk/>
            <pc:sldMasterMk cId="2926898407" sldId="2147483648"/>
            <ac:spMk id="15" creationId="{39527E30-B470-EEDB-4BEB-4E4D87BB9281}"/>
          </ac:spMkLst>
        </pc:spChg>
        <pc:spChg chg="mod">
          <ac:chgData name="Pedro Bodega" userId="3bba64922e12e504" providerId="LiveId" clId="{FCE255F8-CBB8-4542-831E-D6D637C6EA9A}" dt="2025-06-17T06:43:25.447" v="55" actId="1076"/>
          <ac:spMkLst>
            <pc:docMk/>
            <pc:sldMasterMk cId="2926898407" sldId="2147483648"/>
            <ac:spMk id="18" creationId="{670B15BE-F743-4293-4707-5D642A7913DC}"/>
          </ac:spMkLst>
        </pc:spChg>
        <pc:spChg chg="mod">
          <ac:chgData name="Pedro Bodega" userId="3bba64922e12e504" providerId="LiveId" clId="{FCE255F8-CBB8-4542-831E-D6D637C6EA9A}" dt="2025-06-17T09:07:29.373" v="109" actId="2711"/>
          <ac:spMkLst>
            <pc:docMk/>
            <pc:sldMasterMk cId="2926898407" sldId="2147483648"/>
            <ac:spMk id="19" creationId="{032E0F61-7226-5592-9C35-51BE6DF3F9D8}"/>
          </ac:spMkLst>
        </pc:spChg>
        <pc:spChg chg="mod">
          <ac:chgData name="Pedro Bodega" userId="3bba64922e12e504" providerId="LiveId" clId="{FCE255F8-CBB8-4542-831E-D6D637C6EA9A}" dt="2025-06-17T09:11:02.680" v="142" actId="208"/>
          <ac:spMkLst>
            <pc:docMk/>
            <pc:sldMasterMk cId="2926898407" sldId="2147483648"/>
            <ac:spMk id="21" creationId="{65768E1A-667F-F62B-096B-97F06A60475E}"/>
          </ac:spMkLst>
        </pc:spChg>
        <pc:spChg chg="mod">
          <ac:chgData name="Pedro Bodega" userId="3bba64922e12e504" providerId="LiveId" clId="{FCE255F8-CBB8-4542-831E-D6D637C6EA9A}" dt="2025-06-17T09:11:02.680" v="142" actId="208"/>
          <ac:spMkLst>
            <pc:docMk/>
            <pc:sldMasterMk cId="2926898407" sldId="2147483648"/>
            <ac:spMk id="22" creationId="{1210919C-B70E-DC6E-85C7-BCE15D011987}"/>
          </ac:spMkLst>
        </pc:spChg>
        <pc:picChg chg="add mod">
          <ac:chgData name="Pedro Bodega" userId="3bba64922e12e504" providerId="LiveId" clId="{FCE255F8-CBB8-4542-831E-D6D637C6EA9A}" dt="2025-06-17T09:09:43.906" v="135" actId="166"/>
          <ac:picMkLst>
            <pc:docMk/>
            <pc:sldMasterMk cId="2926898407" sldId="2147483648"/>
            <ac:picMk id="4" creationId="{86A8D64C-EEAF-FAE4-C3C6-736B8D60F1E0}"/>
          </ac:picMkLst>
        </pc:picChg>
        <pc:picChg chg="del">
          <ac:chgData name="Pedro Bodega" userId="3bba64922e12e504" providerId="LiveId" clId="{FCE255F8-CBB8-4542-831E-D6D637C6EA9A}" dt="2025-06-17T09:09:28.631" v="133" actId="478"/>
          <ac:picMkLst>
            <pc:docMk/>
            <pc:sldMasterMk cId="2926898407" sldId="2147483648"/>
            <ac:picMk id="20" creationId="{6113EA63-8A6E-0F0D-25F1-4C48CA271237}"/>
          </ac:picMkLst>
        </pc:picChg>
        <pc:cxnChg chg="add del">
          <ac:chgData name="Pedro Bodega" userId="3bba64922e12e504" providerId="LiveId" clId="{FCE255F8-CBB8-4542-831E-D6D637C6EA9A}" dt="2025-06-17T06:36:50.759" v="3" actId="11529"/>
          <ac:cxnSpMkLst>
            <pc:docMk/>
            <pc:sldMasterMk cId="2926898407" sldId="2147483648"/>
            <ac:cxnSpMk id="5" creationId="{6C841B4E-224C-46D5-A98C-27F5B7CDFF87}"/>
          </ac:cxnSpMkLst>
        </pc:cxnChg>
        <pc:sldLayoutChg chg="addSp delSp modSp mod">
          <pc:chgData name="Pedro Bodega" userId="3bba64922e12e504" providerId="LiveId" clId="{FCE255F8-CBB8-4542-831E-D6D637C6EA9A}" dt="2025-06-17T09:09:36.613" v="134" actId="166"/>
          <pc:sldLayoutMkLst>
            <pc:docMk/>
            <pc:sldMasterMk cId="2926898407" sldId="2147483648"/>
            <pc:sldLayoutMk cId="2520646957" sldId="2147483649"/>
          </pc:sldLayoutMkLst>
          <pc:spChg chg="add mod">
            <ac:chgData name="Pedro Bodega" userId="3bba64922e12e504" providerId="LiveId" clId="{FCE255F8-CBB8-4542-831E-D6D637C6EA9A}" dt="2025-06-17T09:00:47.026" v="67" actId="1076"/>
            <ac:spMkLst>
              <pc:docMk/>
              <pc:sldMasterMk cId="2926898407" sldId="2147483648"/>
              <pc:sldLayoutMk cId="2520646957" sldId="2147483649"/>
              <ac:spMk id="2" creationId="{EA83286D-ADAD-7EFE-BDAE-6FBC71C5F70F}"/>
            </ac:spMkLst>
          </pc:spChg>
          <pc:spChg chg="add">
            <ac:chgData name="Pedro Bodega" userId="3bba64922e12e504" providerId="LiveId" clId="{FCE255F8-CBB8-4542-831E-D6D637C6EA9A}" dt="2025-06-17T09:04:41.938" v="96"/>
            <ac:spMkLst>
              <pc:docMk/>
              <pc:sldMasterMk cId="2926898407" sldId="2147483648"/>
              <pc:sldLayoutMk cId="2520646957" sldId="2147483649"/>
              <ac:spMk id="3" creationId="{392A8E83-D4DC-C384-0F62-735399622A1D}"/>
            </ac:spMkLst>
          </pc:spChg>
          <pc:spChg chg="add">
            <ac:chgData name="Pedro Bodega" userId="3bba64922e12e504" providerId="LiveId" clId="{FCE255F8-CBB8-4542-831E-D6D637C6EA9A}" dt="2025-06-17T09:04:44.583" v="97"/>
            <ac:spMkLst>
              <pc:docMk/>
              <pc:sldMasterMk cId="2926898407" sldId="2147483648"/>
              <pc:sldLayoutMk cId="2520646957" sldId="2147483649"/>
              <ac:spMk id="4" creationId="{9438CB07-3397-0C01-5EDD-A7EB1F84AE63}"/>
            </ac:spMkLst>
          </pc:spChg>
          <pc:spChg chg="mod">
            <ac:chgData name="Pedro Bodega" userId="3bba64922e12e504" providerId="LiveId" clId="{FCE255F8-CBB8-4542-831E-D6D637C6EA9A}" dt="2025-06-17T09:01:46.626" v="94" actId="1076"/>
            <ac:spMkLst>
              <pc:docMk/>
              <pc:sldMasterMk cId="2926898407" sldId="2147483648"/>
              <pc:sldLayoutMk cId="2520646957" sldId="2147483649"/>
              <ac:spMk id="10" creationId="{36380E11-F245-9220-A229-BCC89DB72A07}"/>
            </ac:spMkLst>
          </pc:spChg>
          <pc:spChg chg="mod">
            <ac:chgData name="Pedro Bodega" userId="3bba64922e12e504" providerId="LiveId" clId="{FCE255F8-CBB8-4542-831E-D6D637C6EA9A}" dt="2025-06-17T09:05:16.555" v="101" actId="208"/>
            <ac:spMkLst>
              <pc:docMk/>
              <pc:sldMasterMk cId="2926898407" sldId="2147483648"/>
              <pc:sldLayoutMk cId="2520646957" sldId="2147483649"/>
              <ac:spMk id="16" creationId="{AEA1DF8F-6E40-3097-5D48-239400095E59}"/>
            </ac:spMkLst>
          </pc:spChg>
          <pc:spChg chg="mod">
            <ac:chgData name="Pedro Bodega" userId="3bba64922e12e504" providerId="LiveId" clId="{FCE255F8-CBB8-4542-831E-D6D637C6EA9A}" dt="2025-06-17T09:01:28.531" v="93" actId="404"/>
            <ac:spMkLst>
              <pc:docMk/>
              <pc:sldMasterMk cId="2926898407" sldId="2147483648"/>
              <pc:sldLayoutMk cId="2520646957" sldId="2147483649"/>
              <ac:spMk id="18" creationId="{60B38BD4-F820-C6DA-ED54-9134FB826459}"/>
            </ac:spMkLst>
          </pc:spChg>
          <pc:spChg chg="mod">
            <ac:chgData name="Pedro Bodega" userId="3bba64922e12e504" providerId="LiveId" clId="{FCE255F8-CBB8-4542-831E-D6D637C6EA9A}" dt="2025-06-17T09:05:13.811" v="100" actId="208"/>
            <ac:spMkLst>
              <pc:docMk/>
              <pc:sldMasterMk cId="2926898407" sldId="2147483648"/>
              <pc:sldLayoutMk cId="2520646957" sldId="2147483649"/>
              <ac:spMk id="21" creationId="{5A58D6B4-56F9-409C-9193-4F5069DF34CC}"/>
            </ac:spMkLst>
          </pc:spChg>
          <pc:picChg chg="del">
            <ac:chgData name="Pedro Bodega" userId="3bba64922e12e504" providerId="LiveId" clId="{FCE255F8-CBB8-4542-831E-D6D637C6EA9A}" dt="2025-06-17T09:08:44.434" v="119" actId="478"/>
            <ac:picMkLst>
              <pc:docMk/>
              <pc:sldMasterMk cId="2926898407" sldId="2147483648"/>
              <pc:sldLayoutMk cId="2520646957" sldId="2147483649"/>
              <ac:picMk id="13" creationId="{D2DC7D57-3F21-57E9-568A-073C3F70C63D}"/>
            </ac:picMkLst>
          </pc:picChg>
          <pc:picChg chg="mod">
            <ac:chgData name="Pedro Bodega" userId="3bba64922e12e504" providerId="LiveId" clId="{FCE255F8-CBB8-4542-831E-D6D637C6EA9A}" dt="2025-06-17T09:02:00.093" v="95" actId="1076"/>
            <ac:picMkLst>
              <pc:docMk/>
              <pc:sldMasterMk cId="2926898407" sldId="2147483648"/>
              <pc:sldLayoutMk cId="2520646957" sldId="2147483649"/>
              <ac:picMk id="19" creationId="{6DD53A77-8C04-7750-3E34-586DE177DACC}"/>
            </ac:picMkLst>
          </pc:picChg>
          <pc:picChg chg="add mod">
            <ac:chgData name="Pedro Bodega" userId="3bba64922e12e504" providerId="LiveId" clId="{FCE255F8-CBB8-4542-831E-D6D637C6EA9A}" dt="2025-06-17T09:09:36.613" v="134" actId="166"/>
            <ac:picMkLst>
              <pc:docMk/>
              <pc:sldMasterMk cId="2926898407" sldId="2147483648"/>
              <pc:sldLayoutMk cId="2520646957" sldId="2147483649"/>
              <ac:picMk id="1028" creationId="{EC594892-7F52-AC8B-E9EE-D2240B1AF560}"/>
            </ac:picMkLst>
          </pc:picChg>
        </pc:sldLayoutChg>
        <pc:sldLayoutChg chg="addSp delSp modSp mod">
          <pc:chgData name="Pedro Bodega" userId="3bba64922e12e504" providerId="LiveId" clId="{FCE255F8-CBB8-4542-831E-D6D637C6EA9A}" dt="2025-06-17T09:14:45.803" v="157"/>
          <pc:sldLayoutMkLst>
            <pc:docMk/>
            <pc:sldMasterMk cId="2926898407" sldId="2147483648"/>
            <pc:sldLayoutMk cId="633906137" sldId="2147483650"/>
          </pc:sldLayoutMkLst>
          <pc:spChg chg="mod">
            <ac:chgData name="Pedro Bodega" userId="3bba64922e12e504" providerId="LiveId" clId="{FCE255F8-CBB8-4542-831E-D6D637C6EA9A}" dt="2025-06-17T06:44:03.274" v="56" actId="2711"/>
            <ac:spMkLst>
              <pc:docMk/>
              <pc:sldMasterMk cId="2926898407" sldId="2147483648"/>
              <pc:sldLayoutMk cId="633906137" sldId="2147483650"/>
              <ac:spMk id="2" creationId="{1165DBEA-C2EE-C4A6-4B6F-B4A110325F0D}"/>
            </ac:spMkLst>
          </pc:spChg>
          <pc:spChg chg="mod">
            <ac:chgData name="Pedro Bodega" userId="3bba64922e12e504" providerId="LiveId" clId="{FCE255F8-CBB8-4542-831E-D6D637C6EA9A}" dt="2025-06-17T06:44:49.898" v="64" actId="14100"/>
            <ac:spMkLst>
              <pc:docMk/>
              <pc:sldMasterMk cId="2926898407" sldId="2147483648"/>
              <pc:sldLayoutMk cId="633906137" sldId="2147483650"/>
              <ac:spMk id="3" creationId="{134D3A9E-2FF9-AAD3-D371-3FD70B34892D}"/>
            </ac:spMkLst>
          </pc:spChg>
          <pc:spChg chg="add mod">
            <ac:chgData name="Pedro Bodega" userId="3bba64922e12e504" providerId="LiveId" clId="{FCE255F8-CBB8-4542-831E-D6D637C6EA9A}" dt="2025-06-17T09:14:45.803" v="157"/>
            <ac:spMkLst>
              <pc:docMk/>
              <pc:sldMasterMk cId="2926898407" sldId="2147483648"/>
              <pc:sldLayoutMk cId="633906137" sldId="2147483650"/>
              <ac:spMk id="4" creationId="{F080DF2D-B112-0F42-19DC-C05094C341FC}"/>
            </ac:spMkLst>
          </pc:spChg>
          <pc:spChg chg="del">
            <ac:chgData name="Pedro Bodega" userId="3bba64922e12e504" providerId="LiveId" clId="{FCE255F8-CBB8-4542-831E-D6D637C6EA9A}" dt="2025-06-17T09:14:45.589" v="156" actId="478"/>
            <ac:spMkLst>
              <pc:docMk/>
              <pc:sldMasterMk cId="2926898407" sldId="2147483648"/>
              <pc:sldLayoutMk cId="633906137" sldId="2147483650"/>
              <ac:spMk id="7" creationId="{F33427D5-57E4-8A5A-F51C-7E64109D43D0}"/>
            </ac:spMkLst>
          </pc:spChg>
        </pc:sldLayoutChg>
        <pc:sldLayoutChg chg="del">
          <pc:chgData name="Pedro Bodega" userId="3bba64922e12e504" providerId="LiveId" clId="{FCE255F8-CBB8-4542-831E-D6D637C6EA9A}" dt="2025-06-17T06:39:20.043" v="23" actId="2696"/>
          <pc:sldLayoutMkLst>
            <pc:docMk/>
            <pc:sldMasterMk cId="2926898407" sldId="2147483648"/>
            <pc:sldLayoutMk cId="3042520718" sldId="2147483651"/>
          </pc:sldLayoutMkLst>
        </pc:sldLayoutChg>
        <pc:sldLayoutChg chg="del">
          <pc:chgData name="Pedro Bodega" userId="3bba64922e12e504" providerId="LiveId" clId="{FCE255F8-CBB8-4542-831E-D6D637C6EA9A}" dt="2025-06-17T06:39:24.181" v="24" actId="2696"/>
          <pc:sldLayoutMkLst>
            <pc:docMk/>
            <pc:sldMasterMk cId="2926898407" sldId="2147483648"/>
            <pc:sldLayoutMk cId="1754044121" sldId="2147483652"/>
          </pc:sldLayoutMkLst>
        </pc:sldLayoutChg>
        <pc:sldLayoutChg chg="del">
          <pc:chgData name="Pedro Bodega" userId="3bba64922e12e504" providerId="LiveId" clId="{FCE255F8-CBB8-4542-831E-D6D637C6EA9A}" dt="2025-06-17T06:39:26.038" v="25" actId="2696"/>
          <pc:sldLayoutMkLst>
            <pc:docMk/>
            <pc:sldMasterMk cId="2926898407" sldId="2147483648"/>
            <pc:sldLayoutMk cId="2989313988" sldId="2147483653"/>
          </pc:sldLayoutMkLst>
        </pc:sldLayoutChg>
        <pc:sldLayoutChg chg="addSp delSp modSp mod">
          <pc:chgData name="Pedro Bodega" userId="3bba64922e12e504" providerId="LiveId" clId="{FCE255F8-CBB8-4542-831E-D6D637C6EA9A}" dt="2025-06-17T09:17:26.004" v="200" actId="478"/>
          <pc:sldLayoutMkLst>
            <pc:docMk/>
            <pc:sldMasterMk cId="2926898407" sldId="2147483648"/>
            <pc:sldLayoutMk cId="1607218514" sldId="2147483654"/>
          </pc:sldLayoutMkLst>
          <pc:spChg chg="mod">
            <ac:chgData name="Pedro Bodega" userId="3bba64922e12e504" providerId="LiveId" clId="{FCE255F8-CBB8-4542-831E-D6D637C6EA9A}" dt="2025-06-17T06:44:07.985" v="57" actId="2711"/>
            <ac:spMkLst>
              <pc:docMk/>
              <pc:sldMasterMk cId="2926898407" sldId="2147483648"/>
              <pc:sldLayoutMk cId="1607218514" sldId="2147483654"/>
              <ac:spMk id="2" creationId="{7BF85814-EEA1-691A-89DA-87BD12ABA5C5}"/>
            </ac:spMkLst>
          </pc:spChg>
          <pc:spChg chg="add del">
            <ac:chgData name="Pedro Bodega" userId="3bba64922e12e504" providerId="LiveId" clId="{FCE255F8-CBB8-4542-831E-D6D637C6EA9A}" dt="2025-06-17T09:17:26.004" v="200" actId="478"/>
            <ac:spMkLst>
              <pc:docMk/>
              <pc:sldMasterMk cId="2926898407" sldId="2147483648"/>
              <pc:sldLayoutMk cId="1607218514" sldId="2147483654"/>
              <ac:spMk id="3" creationId="{B3788F79-F5B8-245E-3EAD-737955E07952}"/>
            </ac:spMkLst>
          </pc:spChg>
          <pc:spChg chg="add del">
            <ac:chgData name="Pedro Bodega" userId="3bba64922e12e504" providerId="LiveId" clId="{FCE255F8-CBB8-4542-831E-D6D637C6EA9A}" dt="2025-06-17T09:17:25.966" v="199" actId="478"/>
            <ac:spMkLst>
              <pc:docMk/>
              <pc:sldMasterMk cId="2926898407" sldId="2147483648"/>
              <pc:sldLayoutMk cId="1607218514" sldId="2147483654"/>
              <ac:spMk id="4" creationId="{4F832E13-E7F2-B394-41F2-16E3BEC7B053}"/>
            </ac:spMkLst>
          </pc:spChg>
          <pc:spChg chg="add del mod">
            <ac:chgData name="Pedro Bodega" userId="3bba64922e12e504" providerId="LiveId" clId="{FCE255F8-CBB8-4542-831E-D6D637C6EA9A}" dt="2025-06-17T09:17:25.934" v="198" actId="478"/>
            <ac:spMkLst>
              <pc:docMk/>
              <pc:sldMasterMk cId="2926898407" sldId="2147483648"/>
              <pc:sldLayoutMk cId="1607218514" sldId="2147483654"/>
              <ac:spMk id="5" creationId="{68DD3BF9-4D49-93D3-EC89-BB2E24115864}"/>
            </ac:spMkLst>
          </pc:spChg>
          <pc:spChg chg="add mod">
            <ac:chgData name="Pedro Bodega" userId="3bba64922e12e504" providerId="LiveId" clId="{FCE255F8-CBB8-4542-831E-D6D637C6EA9A}" dt="2025-06-17T09:15:01.845" v="162"/>
            <ac:spMkLst>
              <pc:docMk/>
              <pc:sldMasterMk cId="2926898407" sldId="2147483648"/>
              <pc:sldLayoutMk cId="1607218514" sldId="2147483654"/>
              <ac:spMk id="6" creationId="{A0CC8CD2-EC36-0E82-8577-AF122B438E05}"/>
            </ac:spMkLst>
          </pc:spChg>
        </pc:sldLayoutChg>
        <pc:sldLayoutChg chg="addSp delSp modSp mod">
          <pc:chgData name="Pedro Bodega" userId="3bba64922e12e504" providerId="LiveId" clId="{FCE255F8-CBB8-4542-831E-D6D637C6EA9A}" dt="2025-06-17T09:17:26.124" v="203" actId="478"/>
          <pc:sldLayoutMkLst>
            <pc:docMk/>
            <pc:sldMasterMk cId="2926898407" sldId="2147483648"/>
            <pc:sldLayoutMk cId="3378534761" sldId="2147483655"/>
          </pc:sldLayoutMkLst>
          <pc:spChg chg="add del">
            <ac:chgData name="Pedro Bodega" userId="3bba64922e12e504" providerId="LiveId" clId="{FCE255F8-CBB8-4542-831E-D6D637C6EA9A}" dt="2025-06-17T09:17:26.124" v="203" actId="478"/>
            <ac:spMkLst>
              <pc:docMk/>
              <pc:sldMasterMk cId="2926898407" sldId="2147483648"/>
              <pc:sldLayoutMk cId="3378534761" sldId="2147483655"/>
              <ac:spMk id="2" creationId="{CD9A4FD0-A850-BD65-22DB-A9A03C08DE89}"/>
            </ac:spMkLst>
          </pc:spChg>
          <pc:spChg chg="add del">
            <ac:chgData name="Pedro Bodega" userId="3bba64922e12e504" providerId="LiveId" clId="{FCE255F8-CBB8-4542-831E-D6D637C6EA9A}" dt="2025-06-17T09:17:26.094" v="202" actId="478"/>
            <ac:spMkLst>
              <pc:docMk/>
              <pc:sldMasterMk cId="2926898407" sldId="2147483648"/>
              <pc:sldLayoutMk cId="3378534761" sldId="2147483655"/>
              <ac:spMk id="3" creationId="{799EFDC7-DCB1-A249-4A6B-AC7BCE777D0A}"/>
            </ac:spMkLst>
          </pc:spChg>
          <pc:spChg chg="add del">
            <ac:chgData name="Pedro Bodega" userId="3bba64922e12e504" providerId="LiveId" clId="{FCE255F8-CBB8-4542-831E-D6D637C6EA9A}" dt="2025-06-17T09:17:26.062" v="201" actId="478"/>
            <ac:spMkLst>
              <pc:docMk/>
              <pc:sldMasterMk cId="2926898407" sldId="2147483648"/>
              <pc:sldLayoutMk cId="3378534761" sldId="2147483655"/>
              <ac:spMk id="4" creationId="{133E6631-D6C5-6AA0-987B-26F7D39402F3}"/>
            </ac:spMkLst>
          </pc:spChg>
          <pc:spChg chg="add mod">
            <ac:chgData name="Pedro Bodega" userId="3bba64922e12e504" providerId="LiveId" clId="{FCE255F8-CBB8-4542-831E-D6D637C6EA9A}" dt="2025-06-17T09:15:08.571" v="166"/>
            <ac:spMkLst>
              <pc:docMk/>
              <pc:sldMasterMk cId="2926898407" sldId="2147483648"/>
              <pc:sldLayoutMk cId="3378534761" sldId="2147483655"/>
              <ac:spMk id="5" creationId="{2C42C6C7-FC59-BFEE-3FB4-775F447761B3}"/>
            </ac:spMkLst>
          </pc:spChg>
        </pc:sldLayoutChg>
        <pc:sldLayoutChg chg="addSp delSp modSp mod">
          <pc:chgData name="Pedro Bodega" userId="3bba64922e12e504" providerId="LiveId" clId="{FCE255F8-CBB8-4542-831E-D6D637C6EA9A}" dt="2025-06-17T09:17:26.403" v="210" actId="14100"/>
          <pc:sldLayoutMkLst>
            <pc:docMk/>
            <pc:sldMasterMk cId="2926898407" sldId="2147483648"/>
            <pc:sldLayoutMk cId="2242444973" sldId="2147483656"/>
          </pc:sldLayoutMkLst>
          <pc:spChg chg="mod">
            <ac:chgData name="Pedro Bodega" userId="3bba64922e12e504" providerId="LiveId" clId="{FCE255F8-CBB8-4542-831E-D6D637C6EA9A}" dt="2025-06-17T06:44:12.865" v="58" actId="2711"/>
            <ac:spMkLst>
              <pc:docMk/>
              <pc:sldMasterMk cId="2926898407" sldId="2147483648"/>
              <pc:sldLayoutMk cId="2242444973" sldId="2147483656"/>
              <ac:spMk id="2" creationId="{08F042CE-AEC4-0B95-2CD8-C9CA3425ABB8}"/>
            </ac:spMkLst>
          </pc:spChg>
          <pc:spChg chg="mod">
            <ac:chgData name="Pedro Bodega" userId="3bba64922e12e504" providerId="LiveId" clId="{FCE255F8-CBB8-4542-831E-D6D637C6EA9A}" dt="2025-06-17T06:44:18.098" v="60" actId="2711"/>
            <ac:spMkLst>
              <pc:docMk/>
              <pc:sldMasterMk cId="2926898407" sldId="2147483648"/>
              <pc:sldLayoutMk cId="2242444973" sldId="2147483656"/>
              <ac:spMk id="3" creationId="{39249842-922D-BADE-0C70-3492E829DCF7}"/>
            </ac:spMkLst>
          </pc:spChg>
          <pc:spChg chg="mod">
            <ac:chgData name="Pedro Bodega" userId="3bba64922e12e504" providerId="LiveId" clId="{FCE255F8-CBB8-4542-831E-D6D637C6EA9A}" dt="2025-06-17T06:44:15.175" v="59" actId="2711"/>
            <ac:spMkLst>
              <pc:docMk/>
              <pc:sldMasterMk cId="2926898407" sldId="2147483648"/>
              <pc:sldLayoutMk cId="2242444973" sldId="2147483656"/>
              <ac:spMk id="4" creationId="{F56A80C2-9F40-1A9E-FA8B-FF5ED21AA3FF}"/>
            </ac:spMkLst>
          </pc:spChg>
          <pc:spChg chg="add del mod">
            <ac:chgData name="Pedro Bodega" userId="3bba64922e12e504" providerId="LiveId" clId="{FCE255F8-CBB8-4542-831E-D6D637C6EA9A}" dt="2025-06-17T09:17:26.339" v="209" actId="478"/>
            <ac:spMkLst>
              <pc:docMk/>
              <pc:sldMasterMk cId="2926898407" sldId="2147483648"/>
              <pc:sldLayoutMk cId="2242444973" sldId="2147483656"/>
              <ac:spMk id="5" creationId="{9C52D22C-57DE-0014-155D-63C77F596EA3}"/>
            </ac:spMkLst>
          </pc:spChg>
          <pc:spChg chg="add del mod">
            <ac:chgData name="Pedro Bodega" userId="3bba64922e12e504" providerId="LiveId" clId="{FCE255F8-CBB8-4542-831E-D6D637C6EA9A}" dt="2025-06-17T09:17:26.279" v="207" actId="478"/>
            <ac:spMkLst>
              <pc:docMk/>
              <pc:sldMasterMk cId="2926898407" sldId="2147483648"/>
              <pc:sldLayoutMk cId="2242444973" sldId="2147483656"/>
              <ac:spMk id="6" creationId="{5A5E2F35-388E-D2E3-52C3-9F8891EAE1A8}"/>
            </ac:spMkLst>
          </pc:spChg>
          <pc:spChg chg="add del mod">
            <ac:chgData name="Pedro Bodega" userId="3bba64922e12e504" providerId="LiveId" clId="{FCE255F8-CBB8-4542-831E-D6D637C6EA9A}" dt="2025-06-17T09:17:26.214" v="205" actId="478"/>
            <ac:spMkLst>
              <pc:docMk/>
              <pc:sldMasterMk cId="2926898407" sldId="2147483648"/>
              <pc:sldLayoutMk cId="2242444973" sldId="2147483656"/>
              <ac:spMk id="7" creationId="{E0402C00-72FA-1C82-44D9-48DF23D3355F}"/>
            </ac:spMkLst>
          </pc:spChg>
          <pc:spChg chg="add mod">
            <ac:chgData name="Pedro Bodega" userId="3bba64922e12e504" providerId="LiveId" clId="{FCE255F8-CBB8-4542-831E-D6D637C6EA9A}" dt="2025-06-17T09:17:26.403" v="210" actId="14100"/>
            <ac:spMkLst>
              <pc:docMk/>
              <pc:sldMasterMk cId="2926898407" sldId="2147483648"/>
              <pc:sldLayoutMk cId="2242444973" sldId="2147483656"/>
              <ac:spMk id="8" creationId="{682D96EB-3484-2C98-69A6-631C192A6173}"/>
            </ac:spMkLst>
          </pc:spChg>
        </pc:sldLayoutChg>
        <pc:sldLayoutChg chg="del">
          <pc:chgData name="Pedro Bodega" userId="3bba64922e12e504" providerId="LiveId" clId="{FCE255F8-CBB8-4542-831E-D6D637C6EA9A}" dt="2025-06-17T06:40:47.181" v="46" actId="2696"/>
          <pc:sldLayoutMkLst>
            <pc:docMk/>
            <pc:sldMasterMk cId="2926898407" sldId="2147483648"/>
            <pc:sldLayoutMk cId="863320402" sldId="2147483657"/>
          </pc:sldLayoutMkLst>
        </pc:sldLayoutChg>
        <pc:sldLayoutChg chg="del">
          <pc:chgData name="Pedro Bodega" userId="3bba64922e12e504" providerId="LiveId" clId="{FCE255F8-CBB8-4542-831E-D6D637C6EA9A}" dt="2025-06-17T06:39:54.626" v="26" actId="2696"/>
          <pc:sldLayoutMkLst>
            <pc:docMk/>
            <pc:sldMasterMk cId="2926898407" sldId="2147483648"/>
            <pc:sldLayoutMk cId="3509374778" sldId="2147483658"/>
          </pc:sldLayoutMkLst>
        </pc:sldLayoutChg>
        <pc:sldLayoutChg chg="del">
          <pc:chgData name="Pedro Bodega" userId="3bba64922e12e504" providerId="LiveId" clId="{FCE255F8-CBB8-4542-831E-D6D637C6EA9A}" dt="2025-06-17T06:39:56.728" v="27" actId="2696"/>
          <pc:sldLayoutMkLst>
            <pc:docMk/>
            <pc:sldMasterMk cId="2926898407" sldId="2147483648"/>
            <pc:sldLayoutMk cId="4286838892" sldId="2147483659"/>
          </pc:sldLayoutMkLst>
        </pc:sldLayoutChg>
        <pc:sldLayoutChg chg="addSp delSp modSp mod modAnim">
          <pc:chgData name="Pedro Bodega" userId="3bba64922e12e504" providerId="LiveId" clId="{FCE255F8-CBB8-4542-831E-D6D637C6EA9A}" dt="2025-06-17T12:56:44.881" v="310" actId="12"/>
          <pc:sldLayoutMkLst>
            <pc:docMk/>
            <pc:sldMasterMk cId="2926898407" sldId="2147483648"/>
            <pc:sldLayoutMk cId="132295177" sldId="2147483660"/>
          </pc:sldLayoutMkLst>
          <pc:spChg chg="add mod">
            <ac:chgData name="Pedro Bodega" userId="3bba64922e12e504" providerId="LiveId" clId="{FCE255F8-CBB8-4542-831E-D6D637C6EA9A}" dt="2025-06-17T09:14:36.242" v="153"/>
            <ac:spMkLst>
              <pc:docMk/>
              <pc:sldMasterMk cId="2926898407" sldId="2147483648"/>
              <pc:sldLayoutMk cId="132295177" sldId="2147483660"/>
              <ac:spMk id="2" creationId="{BE43CE60-F632-2697-D3AA-4BA5075EEB07}"/>
            </ac:spMkLst>
          </pc:spChg>
          <pc:spChg chg="mod">
            <ac:chgData name="Pedro Bodega" userId="3bba64922e12e504" providerId="LiveId" clId="{FCE255F8-CBB8-4542-831E-D6D637C6EA9A}" dt="2025-06-17T12:56:44.881" v="310" actId="12"/>
            <ac:spMkLst>
              <pc:docMk/>
              <pc:sldMasterMk cId="2926898407" sldId="2147483648"/>
              <pc:sldLayoutMk cId="132295177" sldId="2147483660"/>
              <ac:spMk id="3" creationId="{134D3A9E-2FF9-AAD3-D371-3FD70B34892D}"/>
            </ac:spMkLst>
          </pc:spChg>
          <pc:spChg chg="add mod">
            <ac:chgData name="Pedro Bodega" userId="3bba64922e12e504" providerId="LiveId" clId="{FCE255F8-CBB8-4542-831E-D6D637C6EA9A}" dt="2025-06-17T09:14:40.072" v="155"/>
            <ac:spMkLst>
              <pc:docMk/>
              <pc:sldMasterMk cId="2926898407" sldId="2147483648"/>
              <pc:sldLayoutMk cId="132295177" sldId="2147483660"/>
              <ac:spMk id="4" creationId="{FB2B6084-388C-7E30-3AD9-76DBF0FA890C}"/>
            </ac:spMkLst>
          </pc:spChg>
          <pc:spChg chg="mod">
            <ac:chgData name="Pedro Bodega" userId="3bba64922e12e504" providerId="LiveId" clId="{FCE255F8-CBB8-4542-831E-D6D637C6EA9A}" dt="2025-06-17T06:38:40.461" v="20" actId="1076"/>
            <ac:spMkLst>
              <pc:docMk/>
              <pc:sldMasterMk cId="2926898407" sldId="2147483648"/>
              <pc:sldLayoutMk cId="132295177" sldId="2147483660"/>
              <ac:spMk id="6" creationId="{1720AA4E-B4A9-3584-3804-863D509D537F}"/>
            </ac:spMkLst>
          </pc:spChg>
          <pc:spChg chg="del mod">
            <ac:chgData name="Pedro Bodega" userId="3bba64922e12e504" providerId="LiveId" clId="{FCE255F8-CBB8-4542-831E-D6D637C6EA9A}" dt="2025-06-17T09:14:39.700" v="154" actId="478"/>
            <ac:spMkLst>
              <pc:docMk/>
              <pc:sldMasterMk cId="2926898407" sldId="2147483648"/>
              <pc:sldLayoutMk cId="132295177" sldId="2147483660"/>
              <ac:spMk id="7" creationId="{F33427D5-57E4-8A5A-F51C-7E64109D43D0}"/>
            </ac:spMkLst>
          </pc:spChg>
        </pc:sldLayoutChg>
        <pc:sldLayoutChg chg="modSp mod ord modAnim">
          <pc:chgData name="Pedro Bodega" userId="3bba64922e12e504" providerId="LiveId" clId="{FCE255F8-CBB8-4542-831E-D6D637C6EA9A}" dt="2025-06-17T12:55:56.810" v="279"/>
          <pc:sldLayoutMkLst>
            <pc:docMk/>
            <pc:sldMasterMk cId="2926898407" sldId="2147483648"/>
            <pc:sldLayoutMk cId="3662482452" sldId="2147483661"/>
          </pc:sldLayoutMkLst>
          <pc:spChg chg="mod">
            <ac:chgData name="Pedro Bodega" userId="3bba64922e12e504" providerId="LiveId" clId="{FCE255F8-CBB8-4542-831E-D6D637C6EA9A}" dt="2025-06-17T12:41:31.213" v="220" actId="14100"/>
            <ac:spMkLst>
              <pc:docMk/>
              <pc:sldMasterMk cId="2926898407" sldId="2147483648"/>
              <pc:sldLayoutMk cId="3662482452" sldId="2147483661"/>
              <ac:spMk id="3" creationId="{134D3A9E-2FF9-AAD3-D371-3FD70B34892D}"/>
            </ac:spMkLst>
          </pc:spChg>
          <pc:spChg chg="mod">
            <ac:chgData name="Pedro Bodega" userId="3bba64922e12e504" providerId="LiveId" clId="{FCE255F8-CBB8-4542-831E-D6D637C6EA9A}" dt="2025-06-17T06:38:35.755" v="18" actId="1076"/>
            <ac:spMkLst>
              <pc:docMk/>
              <pc:sldMasterMk cId="2926898407" sldId="2147483648"/>
              <pc:sldLayoutMk cId="3662482452" sldId="2147483661"/>
              <ac:spMk id="6" creationId="{1720AA4E-B4A9-3584-3804-863D509D537F}"/>
            </ac:spMkLst>
          </pc:spChg>
          <pc:spChg chg="mod">
            <ac:chgData name="Pedro Bodega" userId="3bba64922e12e504" providerId="LiveId" clId="{FCE255F8-CBB8-4542-831E-D6D637C6EA9A}" dt="2025-06-17T09:17:26.433" v="211" actId="14100"/>
            <ac:spMkLst>
              <pc:docMk/>
              <pc:sldMasterMk cId="2926898407" sldId="2147483648"/>
              <pc:sldLayoutMk cId="3662482452" sldId="2147483661"/>
              <ac:spMk id="7" creationId="{F33427D5-57E4-8A5A-F51C-7E64109D43D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759151-A0CC-60A7-0698-E5C0434D0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2B9B3-5283-CEC4-D3EE-2D8A1E61C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E9FF3-642A-42DA-AFEC-C2B720F81507}" type="datetimeFigureOut">
              <a:rPr lang="es-ES" smtClean="0"/>
              <a:t>14/05/2026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3A9FD-587B-FE53-B74A-E5C317DC89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DBFEC-D5DA-5A37-100C-3942A26198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1F0D0-AE29-4713-8EAD-81A8102B9BD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905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5ACAF-AC80-449F-9A8C-4128475DA0F9}" type="datetimeFigureOut">
              <a:rPr lang="es-ES" smtClean="0"/>
              <a:t>14/05/2026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FC139-A7B8-4C33-AD47-3B632275E5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87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6380E11-F245-9220-A229-BCC89DB72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6614" y="6074866"/>
            <a:ext cx="1721458" cy="482800"/>
          </a:xfrm>
        </p:spPr>
        <p:txBody>
          <a:bodyPr>
            <a:normAutofit/>
          </a:bodyPr>
          <a:lstStyle>
            <a:lvl1pPr algn="ctr"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yyyy/mm/dd</a:t>
            </a:r>
            <a:endParaRPr lang="es-E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EA3197-4593-1848-21CB-6B37CFF612C1}"/>
              </a:ext>
            </a:extLst>
          </p:cNvPr>
          <p:cNvSpPr/>
          <p:nvPr userDrawn="1"/>
        </p:nvSpPr>
        <p:spPr>
          <a:xfrm>
            <a:off x="4118776" y="0"/>
            <a:ext cx="2202512" cy="3371353"/>
          </a:xfrm>
          <a:prstGeom prst="rect">
            <a:avLst/>
          </a:prstGeom>
          <a:solidFill>
            <a:srgbClr val="226C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A3DDD-27CF-4CF2-1DB6-BCF0C3A22364}"/>
              </a:ext>
            </a:extLst>
          </p:cNvPr>
          <p:cNvSpPr/>
          <p:nvPr userDrawn="1"/>
        </p:nvSpPr>
        <p:spPr>
          <a:xfrm>
            <a:off x="1820185" y="3499568"/>
            <a:ext cx="2202512" cy="3358432"/>
          </a:xfrm>
          <a:prstGeom prst="rect">
            <a:avLst/>
          </a:prstGeom>
          <a:solidFill>
            <a:srgbClr val="226C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53585-E263-6002-AC25-41689F4949D5}"/>
              </a:ext>
            </a:extLst>
          </p:cNvPr>
          <p:cNvSpPr txBox="1"/>
          <p:nvPr userDrawn="1"/>
        </p:nvSpPr>
        <p:spPr>
          <a:xfrm>
            <a:off x="4118776" y="2226365"/>
            <a:ext cx="2202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Aoyama Gakuin University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B4650-AFAC-BE3D-8352-D0EB1056FFC6}"/>
              </a:ext>
            </a:extLst>
          </p:cNvPr>
          <p:cNvSpPr txBox="1"/>
          <p:nvPr userDrawn="1"/>
        </p:nvSpPr>
        <p:spPr>
          <a:xfrm>
            <a:off x="1820185" y="4557988"/>
            <a:ext cx="22025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bg1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8"/>
              </a:rPr>
              <a:t>Wearable Environment and Information Systems Laboratory</a:t>
            </a:r>
          </a:p>
          <a:p>
            <a:pPr algn="ctr"/>
            <a:endParaRPr lang="es-E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A1DF8F-6E40-3097-5D48-239400095E59}"/>
              </a:ext>
            </a:extLst>
          </p:cNvPr>
          <p:cNvSpPr/>
          <p:nvPr userDrawn="1"/>
        </p:nvSpPr>
        <p:spPr>
          <a:xfrm>
            <a:off x="0" y="1523810"/>
            <a:ext cx="4022697" cy="1834622"/>
          </a:xfrm>
          <a:prstGeom prst="rect">
            <a:avLst/>
          </a:prstGeom>
          <a:noFill/>
          <a:ln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60B38BD4-F820-C6DA-ED54-9134FB826459}"/>
              </a:ext>
            </a:extLst>
          </p:cNvPr>
          <p:cNvSpPr txBox="1">
            <a:spLocks/>
          </p:cNvSpPr>
          <p:nvPr userDrawn="1"/>
        </p:nvSpPr>
        <p:spPr>
          <a:xfrm>
            <a:off x="6096000" y="5107466"/>
            <a:ext cx="2622687" cy="624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r>
              <a:rPr lang="en-GB" sz="3600" dirty="0"/>
              <a:t>Lab meeting</a:t>
            </a:r>
          </a:p>
          <a:p>
            <a:pPr algn="ctr"/>
            <a:r>
              <a:rPr lang="en-GB" sz="2400" dirty="0"/>
              <a:t>Pedro Bodega</a:t>
            </a:r>
            <a:endParaRPr lang="es-E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D53A77-8C04-7750-3E34-586DE177DA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91989" y="5573540"/>
            <a:ext cx="984126" cy="98412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A58D6B4-56F9-409C-9193-4F5069DF34CC}"/>
              </a:ext>
            </a:extLst>
          </p:cNvPr>
          <p:cNvSpPr txBox="1"/>
          <p:nvPr userDrawn="1"/>
        </p:nvSpPr>
        <p:spPr>
          <a:xfrm>
            <a:off x="4118776" y="3500349"/>
            <a:ext cx="6631387" cy="1077218"/>
          </a:xfrm>
          <a:prstGeom prst="rect">
            <a:avLst/>
          </a:prstGeom>
          <a:ln>
            <a:solidFill>
              <a:srgbClr val="133D2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COMPREHENSIVE VISUAL ASSISTANCE ENABLED BY AN AI WEARABLE SYSTEM</a:t>
            </a:r>
          </a:p>
        </p:txBody>
      </p:sp>
      <p:pic>
        <p:nvPicPr>
          <p:cNvPr id="1028" name="Picture 4" descr="Aoyama Gakuin University - Wikipedia">
            <a:extLst>
              <a:ext uri="{FF2B5EF4-FFF2-40B4-BE49-F238E27FC236}">
                <a16:creationId xmlns:a16="http://schemas.microsoft.com/office/drawing/2014/main" id="{EC594892-7F52-AC8B-E9EE-D2240B1AF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516" y="1642533"/>
            <a:ext cx="1346426" cy="160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64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3A9E-2FF9-AAD3-D371-3FD70B3489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9982200" cy="3937000"/>
          </a:xfrm>
        </p:spPr>
        <p:txBody>
          <a:bodyPr>
            <a:normAutofit/>
          </a:bodyPr>
          <a:lstStyle>
            <a:lvl1pPr marL="571500" indent="-571500">
              <a:lnSpc>
                <a:spcPct val="150000"/>
              </a:lnSpc>
              <a:buFont typeface="Courier New" panose="02070309020205020404" pitchFamily="49" charset="0"/>
              <a:buChar char="o"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 err="1"/>
              <a:t>Objective</a:t>
            </a:r>
            <a:r>
              <a:rPr lang="es-ES" dirty="0"/>
              <a:t> 1</a:t>
            </a:r>
          </a:p>
          <a:p>
            <a:pPr lvl="0"/>
            <a:r>
              <a:rPr lang="es-ES" dirty="0" err="1"/>
              <a:t>Objective</a:t>
            </a:r>
            <a:r>
              <a:rPr lang="es-ES" dirty="0"/>
              <a:t> 2</a:t>
            </a:r>
          </a:p>
          <a:p>
            <a:pPr lvl="0"/>
            <a:r>
              <a:rPr lang="es-ES" dirty="0" err="1"/>
              <a:t>Objective</a:t>
            </a:r>
            <a:r>
              <a:rPr lang="es-ES" dirty="0"/>
              <a:t>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0AA4E-B4A9-3584-3804-863D509D537F}"/>
              </a:ext>
            </a:extLst>
          </p:cNvPr>
          <p:cNvSpPr txBox="1"/>
          <p:nvPr userDrawn="1"/>
        </p:nvSpPr>
        <p:spPr>
          <a:xfrm>
            <a:off x="1203372" y="206552"/>
            <a:ext cx="46879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Objectives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FB2B6084-388C-7E30-3AD9-76DBF0FA8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29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DBEA-C2EE-C4A6-4B6F-B4A11032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3A9E-2FF9-AAD3-D371-3FD70B348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891"/>
            <a:ext cx="10015330" cy="4249172"/>
          </a:xfr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F080DF2D-B112-0F42-19DC-C05094C34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390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5814-EEA1-691A-89DA-87BD12AB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0CC8CD2-EC36-0E82-8577-AF122B438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21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2C42C6C7-FC59-BFEE-3FB4-775F44776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853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42CE-AEC4-0B95-2CD8-C9CA3425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223"/>
            <a:ext cx="6061944" cy="679878"/>
          </a:xfrm>
        </p:spPr>
        <p:txBody>
          <a:bodyPr anchor="b"/>
          <a:lstStyle>
            <a:lvl1pPr>
              <a:defRPr sz="32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9842-922D-BADE-0C70-3492E829D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470991"/>
            <a:ext cx="5721226" cy="4390059"/>
          </a:xfrm>
        </p:spPr>
        <p:txBody>
          <a:bodyPr/>
          <a:lstStyle>
            <a:lvl1pPr>
              <a:defRPr sz="32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A80C2-9F40-1A9E-FA8B-FF5ED21AA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37037"/>
            <a:ext cx="3932237" cy="4724013"/>
          </a:xfrm>
        </p:spPr>
        <p:txBody>
          <a:bodyPr/>
          <a:lstStyle>
            <a:lvl1pPr marL="0" indent="0">
              <a:buNone/>
              <a:defRPr sz="16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682D96EB-3484-2C98-69A6-631C192A6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0451" y="6354305"/>
            <a:ext cx="667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244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for next we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3A9E-2FF9-AAD3-D371-3FD70B3489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106025" cy="3841750"/>
          </a:xfrm>
        </p:spPr>
        <p:txBody>
          <a:bodyPr>
            <a:normAutofit/>
          </a:bodyPr>
          <a:lstStyle>
            <a:lvl1pPr marL="571500" indent="-571500">
              <a:lnSpc>
                <a:spcPct val="150000"/>
              </a:lnSpc>
              <a:buFont typeface="Courier New" panose="02070309020205020404" pitchFamily="49" charset="0"/>
              <a:buChar char="o"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Plan 1</a:t>
            </a:r>
          </a:p>
          <a:p>
            <a:pPr lvl="0"/>
            <a:r>
              <a:rPr lang="es-ES" dirty="0"/>
              <a:t>Plan 2</a:t>
            </a:r>
          </a:p>
          <a:p>
            <a:pPr lvl="0"/>
            <a:r>
              <a:rPr lang="es-ES" dirty="0"/>
              <a:t>Plan 3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3427D5-57E4-8A5A-F51C-7E64109D43D0}"/>
              </a:ext>
            </a:extLst>
          </p:cNvPr>
          <p:cNvSpPr txBox="1">
            <a:spLocks/>
          </p:cNvSpPr>
          <p:nvPr userDrawn="1"/>
        </p:nvSpPr>
        <p:spPr>
          <a:xfrm>
            <a:off x="11353800" y="6374875"/>
            <a:ext cx="57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54B8A6-27BF-4A32-9E97-6A70EFEB4CFB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0AA4E-B4A9-3584-3804-863D509D537F}"/>
              </a:ext>
            </a:extLst>
          </p:cNvPr>
          <p:cNvSpPr txBox="1"/>
          <p:nvPr userDrawn="1"/>
        </p:nvSpPr>
        <p:spPr>
          <a:xfrm>
            <a:off x="1036982" y="132397"/>
            <a:ext cx="6755296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Plan for next week</a:t>
            </a:r>
          </a:p>
        </p:txBody>
      </p:sp>
    </p:spTree>
    <p:extLst>
      <p:ext uri="{BB962C8B-B14F-4D97-AF65-F5344CB8AC3E}">
        <p14:creationId xmlns:p14="http://schemas.microsoft.com/office/powerpoint/2010/main" val="366248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2E520-0431-423A-4B4A-6B3A8139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02"/>
            <a:ext cx="9752936" cy="1033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4CCBA-5717-814C-6D8E-18E076CBD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125A67-3EF2-4D23-E1A0-E61A130AC7B1}"/>
              </a:ext>
            </a:extLst>
          </p:cNvPr>
          <p:cNvSpPr/>
          <p:nvPr userDrawn="1"/>
        </p:nvSpPr>
        <p:spPr>
          <a:xfrm>
            <a:off x="0" y="6238697"/>
            <a:ext cx="12192000" cy="646331"/>
          </a:xfrm>
          <a:prstGeom prst="rect">
            <a:avLst/>
          </a:prstGeom>
          <a:solidFill>
            <a:srgbClr val="226C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220BA2-AD0E-0A4E-4100-E52995E5B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AD8B6A-2751-E71F-C8BA-9386CB9D13C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8663" y="5909752"/>
            <a:ext cx="873579" cy="8735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527E30-B470-EEDB-4BEB-4E4D87BB9281}"/>
              </a:ext>
            </a:extLst>
          </p:cNvPr>
          <p:cNvSpPr txBox="1"/>
          <p:nvPr userDrawn="1"/>
        </p:nvSpPr>
        <p:spPr>
          <a:xfrm>
            <a:off x="8288938" y="6392585"/>
            <a:ext cx="27362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Aoyama Gakuin University</a:t>
            </a:r>
          </a:p>
          <a:p>
            <a:endParaRPr lang="es-ES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B15BE-F743-4293-4707-5D642A7913DC}"/>
              </a:ext>
            </a:extLst>
          </p:cNvPr>
          <p:cNvSpPr txBox="1"/>
          <p:nvPr userDrawn="1"/>
        </p:nvSpPr>
        <p:spPr>
          <a:xfrm>
            <a:off x="1228851" y="6346541"/>
            <a:ext cx="267421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bg1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8"/>
              </a:rPr>
              <a:t>Wearable Environment and Information Systems Laboratory</a:t>
            </a:r>
          </a:p>
          <a:p>
            <a:pPr algn="ctr"/>
            <a:endParaRPr lang="es-E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E0F61-7226-5592-9C35-51BE6DF3F9D8}"/>
              </a:ext>
            </a:extLst>
          </p:cNvPr>
          <p:cNvSpPr txBox="1"/>
          <p:nvPr userDrawn="1"/>
        </p:nvSpPr>
        <p:spPr>
          <a:xfrm>
            <a:off x="3985449" y="6264871"/>
            <a:ext cx="422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Lab Meeting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Pedro Bodega</a:t>
            </a:r>
          </a:p>
        </p:txBody>
      </p:sp>
      <p:sp>
        <p:nvSpPr>
          <p:cNvPr id="21" name="Line 35">
            <a:extLst>
              <a:ext uri="{FF2B5EF4-FFF2-40B4-BE49-F238E27FC236}">
                <a16:creationId xmlns:a16="http://schemas.microsoft.com/office/drawing/2014/main" id="{65768E1A-667F-F62B-096B-97F06A60475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38200" y="0"/>
            <a:ext cx="0" cy="681037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sp>
        <p:nvSpPr>
          <p:cNvPr id="22" name="Line 36">
            <a:extLst>
              <a:ext uri="{FF2B5EF4-FFF2-40B4-BE49-F238E27FC236}">
                <a16:creationId xmlns:a16="http://schemas.microsoft.com/office/drawing/2014/main" id="{1210919C-B70E-DC6E-85C7-BCE15D011987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135172" y="260101"/>
            <a:ext cx="881357" cy="0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sp>
        <p:nvSpPr>
          <p:cNvPr id="6" name="Line 36">
            <a:extLst>
              <a:ext uri="{FF2B5EF4-FFF2-40B4-BE49-F238E27FC236}">
                <a16:creationId xmlns:a16="http://schemas.microsoft.com/office/drawing/2014/main" id="{E9AAD5BF-6AAA-5475-494F-8E83EC8493C8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9258722" y="1324223"/>
            <a:ext cx="1935259" cy="1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sp>
        <p:nvSpPr>
          <p:cNvPr id="8" name="Line 35">
            <a:extLst>
              <a:ext uri="{FF2B5EF4-FFF2-40B4-BE49-F238E27FC236}">
                <a16:creationId xmlns:a16="http://schemas.microsoft.com/office/drawing/2014/main" id="{29D0FACC-06E6-5A4F-DEA4-73B727E2059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970217" y="822928"/>
            <a:ext cx="0" cy="681037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pic>
        <p:nvPicPr>
          <p:cNvPr id="4" name="Picture 4" descr="Aoyama Gakuin University - Wikipedia">
            <a:extLst>
              <a:ext uri="{FF2B5EF4-FFF2-40B4-BE49-F238E27FC236}">
                <a16:creationId xmlns:a16="http://schemas.microsoft.com/office/drawing/2014/main" id="{86A8D64C-EEAF-FAE4-C3C6-736B8D60F1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591" y="118178"/>
            <a:ext cx="916233" cy="109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89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4" r:id="rId4"/>
    <p:sldLayoutId id="2147483655" r:id="rId5"/>
    <p:sldLayoutId id="2147483656" r:id="rId6"/>
    <p:sldLayoutId id="214748366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2026/05/14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67871" y="1655294"/>
            <a:ext cx="10466294" cy="4010399"/>
          </a:xfrm>
        </p:spPr>
        <p:txBody>
          <a:bodyPr>
            <a:normAutofit/>
          </a:bodyPr>
          <a:lstStyle/>
          <a:p>
            <a:r>
              <a:rPr dirty="0"/>
              <a:t>Measure end-to-end </a:t>
            </a:r>
            <a:r>
              <a:rPr b="1" dirty="0"/>
              <a:t>latency</a:t>
            </a:r>
            <a:r>
              <a:rPr dirty="0"/>
              <a:t> of OWLv2-B deployed to the Glass</a:t>
            </a:r>
            <a:r>
              <a:rPr lang="es-ES" dirty="0"/>
              <a:t> </a:t>
            </a:r>
          </a:p>
          <a:p>
            <a:r>
              <a:rPr lang="es-ES" dirty="0"/>
              <a:t>Determine </a:t>
            </a:r>
            <a:r>
              <a:rPr lang="es-ES" dirty="0" err="1"/>
              <a:t>threshold</a:t>
            </a:r>
            <a:r>
              <a:rPr lang="es-ES" dirty="0"/>
              <a:t> </a:t>
            </a:r>
            <a:r>
              <a:rPr lang="es-ES" dirty="0" err="1"/>
              <a:t>values</a:t>
            </a:r>
            <a:r>
              <a:rPr lang="es-ES" dirty="0"/>
              <a:t> for </a:t>
            </a:r>
            <a:r>
              <a:rPr lang="en-US" dirty="0"/>
              <a:t>OWLv2-B</a:t>
            </a:r>
            <a:endParaRPr dirty="0"/>
          </a:p>
          <a:p>
            <a:r>
              <a:rPr lang="es-ES" dirty="0"/>
              <a:t>Explore </a:t>
            </a:r>
            <a:r>
              <a:rPr lang="es-ES" dirty="0" err="1"/>
              <a:t>additional</a:t>
            </a:r>
            <a:r>
              <a:rPr lang="es-ES" dirty="0"/>
              <a:t> </a:t>
            </a:r>
            <a:r>
              <a:rPr lang="es-ES" dirty="0" err="1"/>
              <a:t>implementation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LLM</a:t>
            </a:r>
            <a:endParaRPr dirty="0"/>
          </a:p>
        </p:txBody>
      </p:sp>
      <p:sp>
        <p:nvSpPr>
          <p:cNvPr id="3" name="Slide Number Placeholder 2082">
            <a:extLst>
              <a:ext uri="{FF2B5EF4-FFF2-40B4-BE49-F238E27FC236}">
                <a16:creationId xmlns:a16="http://schemas.microsoft.com/office/drawing/2014/main" id="{DD465FAA-4305-7E76-2EDA-149011DB7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2</a:t>
            </a:fld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4527" y="25603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E1A12"/>
                </a:solidFill>
                <a:latin typeface="Aptos"/>
              </a:rPr>
              <a:t>End-to-end latency · OWLv2-B offloaded to 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311" y="1823720"/>
            <a:ext cx="3474720" cy="2743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911" y="2006600"/>
            <a:ext cx="502920" cy="274320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7F1D1D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911" y="2372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64748B"/>
                </a:solidFill>
                <a:latin typeface="Aptos"/>
              </a:rPr>
              <a:t>Cold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911" y="273812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226C40"/>
                </a:solidFill>
                <a:latin typeface="Aptos"/>
              </a:rPr>
              <a:t>6–9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911" y="36982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First frame · loading the OWLv2-B weights into VRAM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0351" y="1823720"/>
            <a:ext cx="3474720" cy="2743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58951" y="2006600"/>
            <a:ext cx="502920" cy="2743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92400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8951" y="2372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64748B"/>
                </a:solidFill>
                <a:latin typeface="Aptos"/>
              </a:rPr>
              <a:t>Inference (warm)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8951" y="273812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226C40"/>
                </a:solidFill>
                <a:latin typeface="Aptos"/>
              </a:rPr>
              <a:t>240–450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8951" y="36982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dirty="0">
                <a:solidFill>
                  <a:srgbClr val="334155"/>
                </a:solidFill>
                <a:latin typeface="Aptos"/>
              </a:rPr>
              <a:t>OWLv2-B forward pass + post-processing in PC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9390" y="1823720"/>
            <a:ext cx="3474720" cy="27432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7990" y="2006600"/>
            <a:ext cx="502920" cy="274320"/>
          </a:xfrm>
          <a:prstGeom prst="roundRect">
            <a:avLst/>
          </a:prstGeom>
          <a:solidFill>
            <a:srgbClr val="DAF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133D2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990" y="2372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64748B"/>
                </a:solidFill>
                <a:latin typeface="Aptos"/>
              </a:rPr>
              <a:t>Total round-trip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7990" y="2738120"/>
            <a:ext cx="310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dirty="0">
                <a:solidFill>
                  <a:srgbClr val="226C40"/>
                </a:solidFill>
                <a:latin typeface="Aptos"/>
              </a:rPr>
              <a:t>500–</a:t>
            </a:r>
            <a:r>
              <a:rPr lang="es-ES" sz="3600" b="1" dirty="0">
                <a:solidFill>
                  <a:srgbClr val="226C40"/>
                </a:solidFill>
                <a:latin typeface="Aptos"/>
              </a:rPr>
              <a:t>900</a:t>
            </a:r>
            <a:r>
              <a:rPr sz="3600" b="1" dirty="0">
                <a:solidFill>
                  <a:srgbClr val="226C40"/>
                </a:solidFill>
                <a:latin typeface="Aptos"/>
              </a:rPr>
              <a:t> </a:t>
            </a:r>
            <a:r>
              <a:rPr sz="3600" b="1" dirty="0" err="1">
                <a:solidFill>
                  <a:srgbClr val="226C40"/>
                </a:solidFill>
                <a:latin typeface="Aptos"/>
              </a:rPr>
              <a:t>ms</a:t>
            </a:r>
            <a:endParaRPr sz="3600" b="1" dirty="0">
              <a:solidFill>
                <a:srgbClr val="226C4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7990" y="36982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Glass capture → Wi-Fi → PC infer → response</a:t>
            </a:r>
          </a:p>
        </p:txBody>
      </p:sp>
      <p:sp>
        <p:nvSpPr>
          <p:cNvPr id="25" name="Slide Number Placeholder 2082">
            <a:extLst>
              <a:ext uri="{FF2B5EF4-FFF2-40B4-BE49-F238E27FC236}">
                <a16:creationId xmlns:a16="http://schemas.microsoft.com/office/drawing/2014/main" id="{485A66AC-2FEC-99B6-CA65-FF8ADAA49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3</a:t>
            </a:fld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214" y="387161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dirty="0">
                <a:solidFill>
                  <a:srgbClr val="0E1A12"/>
                </a:solidFill>
                <a:latin typeface="Aptos"/>
              </a:rPr>
              <a:t>OWLv2-B · the global negatives curve</a:t>
            </a:r>
          </a:p>
        </p:txBody>
      </p:sp>
      <p:pic>
        <p:nvPicPr>
          <p:cNvPr id="4" name="Picture 3" descr="chart_owlv2_95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06" y="1361479"/>
            <a:ext cx="9247294" cy="4697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8" name="Slide Number Placeholder 2082">
            <a:extLst>
              <a:ext uri="{FF2B5EF4-FFF2-40B4-BE49-F238E27FC236}">
                <a16:creationId xmlns:a16="http://schemas.microsoft.com/office/drawing/2014/main" id="{ADC3456B-62EA-756C-7263-6043D8E7D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4</a:t>
            </a:fld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2614" y="2743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dirty="0">
                <a:solidFill>
                  <a:srgbClr val="0E1A12"/>
                </a:solidFill>
                <a:latin typeface="Aptos"/>
              </a:rPr>
              <a:t>Same model · every target needs a different threshold</a:t>
            </a:r>
          </a:p>
        </p:txBody>
      </p:sp>
      <p:pic>
        <p:nvPicPr>
          <p:cNvPr id="4" name="Picture 3" descr="chart_target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66" y="1135448"/>
            <a:ext cx="7955280" cy="46709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1508760"/>
            <a:ext cx="3200400" cy="4297680"/>
          </a:xfrm>
          <a:prstGeom prst="roundRect">
            <a:avLst/>
          </a:prstGeom>
          <a:solidFill>
            <a:srgbClr val="F3F9F5"/>
          </a:solidFill>
          <a:ln w="7620">
            <a:solidFill>
              <a:srgbClr val="CFE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0" y="16916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26C40"/>
                </a:solidFill>
                <a:latin typeface="Aptos"/>
              </a:rPr>
              <a:t>Easy targets (low thr)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0116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E1A12"/>
                </a:solidFill>
                <a:latin typeface="Aptos"/>
              </a:rPr>
              <a:t>lettuce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2011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226C40"/>
                </a:solidFill>
                <a:latin typeface="Aptos"/>
              </a:rPr>
              <a:t>0.183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774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E1A12"/>
                </a:solidFill>
                <a:latin typeface="Aptos"/>
              </a:rPr>
              <a:t>pineapple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2377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226C40"/>
                </a:solidFill>
                <a:latin typeface="Aptos"/>
              </a:rPr>
              <a:t>0.206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743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E1A12"/>
                </a:solidFill>
                <a:latin typeface="Aptos"/>
              </a:rPr>
              <a:t>apple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743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226C40"/>
                </a:solidFill>
                <a:latin typeface="Aptos"/>
              </a:rPr>
              <a:t>0.228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46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7F1D1D"/>
                </a:solidFill>
                <a:latin typeface="Aptos"/>
              </a:rPr>
              <a:t>Hard targets (high thr)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5661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E1A12"/>
                </a:solidFill>
                <a:latin typeface="Aptos"/>
              </a:rPr>
              <a:t>lemon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566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7F1D1D"/>
                </a:solidFill>
                <a:latin typeface="Aptos"/>
              </a:rPr>
              <a:t>0.455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9319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E1A12"/>
                </a:solidFill>
                <a:latin typeface="Aptos"/>
              </a:rPr>
              <a:t>cheese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931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7F1D1D"/>
                </a:solidFill>
                <a:latin typeface="Aptos"/>
              </a:rPr>
              <a:t>0.497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2976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E1A12"/>
                </a:solidFill>
                <a:latin typeface="Aptos"/>
              </a:rPr>
              <a:t>orange juice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297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>
                <a:solidFill>
                  <a:srgbClr val="7F1D1D"/>
                </a:solidFill>
                <a:latin typeface="Aptos"/>
              </a:rPr>
              <a:t>0.568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9377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Aptos"/>
              </a:rPr>
              <a:t>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2120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 dirty="0">
                <a:solidFill>
                  <a:srgbClr val="133D24"/>
                </a:solidFill>
                <a:latin typeface="Aptos"/>
              </a:rPr>
              <a:t>3.1×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25" name="Slide Number Placeholder 2082">
            <a:extLst>
              <a:ext uri="{FF2B5EF4-FFF2-40B4-BE49-F238E27FC236}">
                <a16:creationId xmlns:a16="http://schemas.microsoft.com/office/drawing/2014/main" id="{625C8F71-AA70-9BF5-D889-ECA0D8AA2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5</a:t>
            </a:fld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35E9CCA-C0AD-5948-D9C3-AC59C792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6000" dirty="0" err="1"/>
              <a:t>My</a:t>
            </a:r>
            <a:r>
              <a:rPr lang="es-ES" sz="6000" dirty="0"/>
              <a:t> </a:t>
            </a:r>
            <a:r>
              <a:rPr lang="es-ES" sz="6000" dirty="0" err="1"/>
              <a:t>Research</a:t>
            </a:r>
            <a:r>
              <a:rPr lang="es-ES" sz="6000" dirty="0"/>
              <a:t> – </a:t>
            </a:r>
            <a:r>
              <a:rPr lang="es-ES" sz="4800" dirty="0" err="1"/>
              <a:t>Baseline</a:t>
            </a:r>
            <a:r>
              <a:rPr lang="es-ES" sz="4800" dirty="0"/>
              <a:t> </a:t>
            </a:r>
            <a:r>
              <a:rPr lang="es-ES" sz="4800" dirty="0" err="1"/>
              <a:t>System</a:t>
            </a:r>
            <a:endParaRPr lang="en-US" sz="6000" dirty="0"/>
          </a:p>
        </p:txBody>
      </p:sp>
      <p:pic>
        <p:nvPicPr>
          <p:cNvPr id="4" name="Picture 4" descr="Cabeza parlante - Emoji vectoriales gratis en creazilla.com">
            <a:extLst>
              <a:ext uri="{FF2B5EF4-FFF2-40B4-BE49-F238E27FC236}">
                <a16:creationId xmlns:a16="http://schemas.microsoft.com/office/drawing/2014/main" id="{443BB3AB-8227-9E61-00E5-E64DCFF72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03" y="1964440"/>
            <a:ext cx="1033256" cy="10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4D65B-6AFA-9D86-869A-815A5B3DA2DE}"/>
              </a:ext>
            </a:extLst>
          </p:cNvPr>
          <p:cNvSpPr txBox="1"/>
          <p:nvPr/>
        </p:nvSpPr>
        <p:spPr>
          <a:xfrm>
            <a:off x="109593" y="1345991"/>
            <a:ext cx="1080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err="1"/>
              <a:t>User</a:t>
            </a:r>
            <a:r>
              <a:rPr lang="es-ES" sz="2000" dirty="0"/>
              <a:t> </a:t>
            </a:r>
          </a:p>
          <a:p>
            <a:pPr algn="ctr"/>
            <a:r>
              <a:rPr lang="es-ES" sz="2000" dirty="0" err="1"/>
              <a:t>querie</a:t>
            </a:r>
            <a:endParaRPr lang="en-US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2AE8BC-5DF2-AD6E-5232-6568D0504CD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593159" y="2481068"/>
            <a:ext cx="4575190" cy="0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2A618B-8ACA-0987-A170-0F6262AC4A27}"/>
              </a:ext>
            </a:extLst>
          </p:cNvPr>
          <p:cNvSpPr txBox="1"/>
          <p:nvPr/>
        </p:nvSpPr>
        <p:spPr>
          <a:xfrm>
            <a:off x="2093306" y="1703442"/>
            <a:ext cx="407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a </a:t>
            </a:r>
            <a:r>
              <a:rPr lang="es-ES" dirty="0" err="1"/>
              <a:t>valid</a:t>
            </a:r>
            <a:r>
              <a:rPr lang="es-ES" dirty="0"/>
              <a:t> </a:t>
            </a:r>
            <a:r>
              <a:rPr lang="es-ES" dirty="0" err="1"/>
              <a:t>request</a:t>
            </a:r>
            <a:r>
              <a:rPr lang="es-ES" dirty="0"/>
              <a:t>? </a:t>
            </a:r>
            <a:r>
              <a:rPr lang="es-ES" dirty="0" err="1"/>
              <a:t>Makes</a:t>
            </a:r>
            <a:r>
              <a:rPr lang="es-ES" dirty="0"/>
              <a:t> </a:t>
            </a:r>
            <a:r>
              <a:rPr lang="es-ES" dirty="0" err="1"/>
              <a:t>sense</a:t>
            </a:r>
            <a:r>
              <a:rPr lang="es-ES" dirty="0"/>
              <a:t>?</a:t>
            </a:r>
          </a:p>
          <a:p>
            <a:r>
              <a:rPr lang="es-ES" dirty="0"/>
              <a:t>- </a:t>
            </a:r>
            <a:r>
              <a:rPr lang="es-ES" dirty="0" err="1"/>
              <a:t>Confirmation</a:t>
            </a:r>
            <a:r>
              <a:rPr lang="es-ES" dirty="0"/>
              <a:t>: “</a:t>
            </a:r>
            <a:r>
              <a:rPr lang="es-ES" i="1" dirty="0"/>
              <a:t>Are </a:t>
            </a:r>
            <a:r>
              <a:rPr lang="es-ES" i="1" dirty="0" err="1"/>
              <a:t>you</a:t>
            </a:r>
            <a:r>
              <a:rPr lang="es-ES" i="1" dirty="0"/>
              <a:t> </a:t>
            </a:r>
            <a:r>
              <a:rPr lang="es-ES" i="1" dirty="0" err="1"/>
              <a:t>sure</a:t>
            </a:r>
            <a:r>
              <a:rPr lang="es-ES" dirty="0"/>
              <a:t>?”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9ADAC-0400-FF02-1061-AB2F0BC014C8}"/>
              </a:ext>
            </a:extLst>
          </p:cNvPr>
          <p:cNvSpPr/>
          <p:nvPr/>
        </p:nvSpPr>
        <p:spPr>
          <a:xfrm>
            <a:off x="6168349" y="2113527"/>
            <a:ext cx="2653748" cy="646330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>
                <a:solidFill>
                  <a:schemeClr val="bg1"/>
                </a:solidFill>
              </a:rPr>
              <a:t>Generate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predicates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(</a:t>
            </a:r>
            <a:r>
              <a:rPr lang="es-ES" sz="2000" dirty="0" err="1">
                <a:solidFill>
                  <a:schemeClr val="bg1"/>
                </a:solidFill>
              </a:rPr>
              <a:t>Conditions</a:t>
            </a:r>
            <a:r>
              <a:rPr lang="es-ES" sz="2000" dirty="0">
                <a:solidFill>
                  <a:schemeClr val="bg1"/>
                </a:solidFill>
              </a:rPr>
              <a:t>)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038820-A4FA-FE43-4228-85C630511169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8822097" y="1859392"/>
            <a:ext cx="302025" cy="577300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EB7800-E2EA-857A-0F27-86B5E033FF81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8822097" y="2436692"/>
            <a:ext cx="560442" cy="0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3B05A5-FEA3-C0FD-720E-C11950C4CBED}"/>
              </a:ext>
            </a:extLst>
          </p:cNvPr>
          <p:cNvCxnSpPr>
            <a:cxnSpLocks/>
            <a:stCxn id="15" idx="3"/>
            <a:endCxn id="35" idx="1"/>
          </p:cNvCxnSpPr>
          <p:nvPr/>
        </p:nvCxnSpPr>
        <p:spPr>
          <a:xfrm>
            <a:off x="8822097" y="2436692"/>
            <a:ext cx="492235" cy="340947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DDC4641-CC19-824C-725B-396B101FEAD0}"/>
              </a:ext>
            </a:extLst>
          </p:cNvPr>
          <p:cNvSpPr txBox="1"/>
          <p:nvPr/>
        </p:nvSpPr>
        <p:spPr>
          <a:xfrm>
            <a:off x="9161394" y="1595108"/>
            <a:ext cx="261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/>
              <a:t>Are </a:t>
            </a:r>
            <a:r>
              <a:rPr lang="es-ES" i="1" dirty="0" err="1"/>
              <a:t>we</a:t>
            </a:r>
            <a:r>
              <a:rPr lang="es-ES" i="1" dirty="0"/>
              <a:t> </a:t>
            </a:r>
            <a:r>
              <a:rPr lang="es-ES" i="1" dirty="0" err="1"/>
              <a:t>inside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store?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561AFD-9753-C4D0-3AB1-7076BBF8FCE9}"/>
              </a:ext>
            </a:extLst>
          </p:cNvPr>
          <p:cNvSpPr txBox="1"/>
          <p:nvPr/>
        </p:nvSpPr>
        <p:spPr>
          <a:xfrm>
            <a:off x="9419811" y="2165107"/>
            <a:ext cx="261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 err="1"/>
              <a:t>We</a:t>
            </a:r>
            <a:r>
              <a:rPr lang="es-ES" i="1" dirty="0"/>
              <a:t> </a:t>
            </a:r>
            <a:r>
              <a:rPr lang="es-ES" i="1" dirty="0" err="1"/>
              <a:t>see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section</a:t>
            </a:r>
            <a:r>
              <a:rPr lang="es-ES" i="1" dirty="0"/>
              <a:t>?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515E28-1BAE-00CD-45B7-75366170561E}"/>
              </a:ext>
            </a:extLst>
          </p:cNvPr>
          <p:cNvSpPr txBox="1"/>
          <p:nvPr/>
        </p:nvSpPr>
        <p:spPr>
          <a:xfrm>
            <a:off x="9314332" y="2592973"/>
            <a:ext cx="261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 err="1"/>
              <a:t>We</a:t>
            </a:r>
            <a:r>
              <a:rPr lang="es-ES" i="1" dirty="0"/>
              <a:t> </a:t>
            </a:r>
            <a:r>
              <a:rPr lang="es-ES" i="1" dirty="0" err="1"/>
              <a:t>see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product</a:t>
            </a:r>
            <a:r>
              <a:rPr lang="es-ES" i="1" dirty="0"/>
              <a:t>?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B011CC-E145-C8B5-FDCF-FB0FD8522B4D}"/>
              </a:ext>
            </a:extLst>
          </p:cNvPr>
          <p:cNvSpPr txBox="1"/>
          <p:nvPr/>
        </p:nvSpPr>
        <p:spPr>
          <a:xfrm>
            <a:off x="8273493" y="1744194"/>
            <a:ext cx="73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e.g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86C00B-C0F4-A28D-5DDB-86A43EFA378A}"/>
              </a:ext>
            </a:extLst>
          </p:cNvPr>
          <p:cNvSpPr/>
          <p:nvPr/>
        </p:nvSpPr>
        <p:spPr>
          <a:xfrm>
            <a:off x="838200" y="3860305"/>
            <a:ext cx="2272748" cy="648266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Run </a:t>
            </a:r>
            <a:r>
              <a:rPr lang="es-ES" sz="2000" dirty="0" err="1">
                <a:solidFill>
                  <a:schemeClr val="bg1"/>
                </a:solidFill>
              </a:rPr>
              <a:t>perception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models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2568BB2-BE9E-9722-4B7C-C2480DEE3489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3110948" y="3657600"/>
            <a:ext cx="636104" cy="526838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0D87348-2DD7-B041-FB4F-2E182189AC1C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3110948" y="4184438"/>
            <a:ext cx="769806" cy="79449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389ADCE-B53F-703C-2DA7-B0C49E30E771}"/>
              </a:ext>
            </a:extLst>
          </p:cNvPr>
          <p:cNvSpPr txBox="1"/>
          <p:nvPr/>
        </p:nvSpPr>
        <p:spPr>
          <a:xfrm>
            <a:off x="3686464" y="3301594"/>
            <a:ext cx="13914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 err="1"/>
              <a:t>Object</a:t>
            </a:r>
            <a:r>
              <a:rPr lang="es-ES" dirty="0"/>
              <a:t> detector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D1FAB0-19BE-65E4-1971-665CD6213662}"/>
              </a:ext>
            </a:extLst>
          </p:cNvPr>
          <p:cNvSpPr txBox="1"/>
          <p:nvPr/>
        </p:nvSpPr>
        <p:spPr>
          <a:xfrm>
            <a:off x="3880754" y="4079221"/>
            <a:ext cx="884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OCR</a:t>
            </a:r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11008AF-96D2-631C-5DB1-8F4C191C76F5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3110948" y="4184438"/>
            <a:ext cx="769806" cy="526838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42C8D4-E329-67B9-A946-C23E9881FC2A}"/>
              </a:ext>
            </a:extLst>
          </p:cNvPr>
          <p:cNvSpPr txBox="1"/>
          <p:nvPr/>
        </p:nvSpPr>
        <p:spPr>
          <a:xfrm>
            <a:off x="3734708" y="4489147"/>
            <a:ext cx="1481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 err="1"/>
              <a:t>Scene</a:t>
            </a:r>
            <a:r>
              <a:rPr lang="es-ES" dirty="0"/>
              <a:t> </a:t>
            </a:r>
            <a:r>
              <a:rPr lang="es-ES" dirty="0" err="1"/>
              <a:t>recognition</a:t>
            </a:r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529CF40-CDBA-FA9F-04FA-C8BACFA12588}"/>
              </a:ext>
            </a:extLst>
          </p:cNvPr>
          <p:cNvCxnSpPr>
            <a:cxnSpLocks/>
          </p:cNvCxnSpPr>
          <p:nvPr/>
        </p:nvCxnSpPr>
        <p:spPr>
          <a:xfrm>
            <a:off x="4823677" y="4252634"/>
            <a:ext cx="629706" cy="0"/>
          </a:xfrm>
          <a:prstGeom prst="straightConnector1">
            <a:avLst/>
          </a:prstGeom>
          <a:ln w="7620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1396ACB-43B2-1FC3-42EE-7A1DF7AD2080}"/>
              </a:ext>
            </a:extLst>
          </p:cNvPr>
          <p:cNvSpPr/>
          <p:nvPr/>
        </p:nvSpPr>
        <p:spPr>
          <a:xfrm>
            <a:off x="5648062" y="3957974"/>
            <a:ext cx="2796888" cy="648266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Store </a:t>
            </a:r>
            <a:r>
              <a:rPr lang="es-ES" sz="2000" dirty="0" err="1">
                <a:solidFill>
                  <a:schemeClr val="bg1"/>
                </a:solidFill>
              </a:rPr>
              <a:t>Evidences</a:t>
            </a:r>
            <a:r>
              <a:rPr lang="es-ES" sz="2000" dirty="0">
                <a:solidFill>
                  <a:schemeClr val="bg1"/>
                </a:solidFill>
              </a:rPr>
              <a:t>: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“</a:t>
            </a:r>
            <a:r>
              <a:rPr lang="es-ES" sz="2000" dirty="0" err="1">
                <a:solidFill>
                  <a:schemeClr val="bg1"/>
                </a:solidFill>
              </a:rPr>
              <a:t>Belief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graph</a:t>
            </a:r>
            <a:r>
              <a:rPr lang="es-ES" sz="2000" dirty="0">
                <a:solidFill>
                  <a:schemeClr val="bg1"/>
                </a:solidFill>
              </a:rPr>
              <a:t>”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76C3BD9C-0B5C-F52A-E180-C301668CC464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8444950" y="4252634"/>
            <a:ext cx="3660911" cy="29473"/>
          </a:xfrm>
          <a:prstGeom prst="curvedConnector3">
            <a:avLst>
              <a:gd name="adj1" fmla="val 50000"/>
            </a:avLst>
          </a:prstGeom>
          <a:ln w="3810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3" name="Rectangle 2052">
            <a:extLst>
              <a:ext uri="{FF2B5EF4-FFF2-40B4-BE49-F238E27FC236}">
                <a16:creationId xmlns:a16="http://schemas.microsoft.com/office/drawing/2014/main" id="{8EB65BFD-3676-F892-9A69-3B0F9C97B1D9}"/>
              </a:ext>
            </a:extLst>
          </p:cNvPr>
          <p:cNvSpPr/>
          <p:nvPr/>
        </p:nvSpPr>
        <p:spPr>
          <a:xfrm>
            <a:off x="9307891" y="3870275"/>
            <a:ext cx="2469979" cy="648265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Check if </a:t>
            </a:r>
            <a:r>
              <a:rPr lang="es-ES" sz="2000" dirty="0" err="1">
                <a:solidFill>
                  <a:schemeClr val="bg1"/>
                </a:solidFill>
              </a:rPr>
              <a:t>we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fullfill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the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predicates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AE3EFC4D-8734-6CE2-8587-18B322201066}"/>
              </a:ext>
            </a:extLst>
          </p:cNvPr>
          <p:cNvSpPr/>
          <p:nvPr/>
        </p:nvSpPr>
        <p:spPr>
          <a:xfrm>
            <a:off x="1189899" y="5419017"/>
            <a:ext cx="2095061" cy="604454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>
                <a:solidFill>
                  <a:schemeClr val="bg1"/>
                </a:solidFill>
              </a:rPr>
              <a:t>Voice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Policy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2C373C1-5A22-CD95-07AE-E7A15F1B9FB6}"/>
              </a:ext>
            </a:extLst>
          </p:cNvPr>
          <p:cNvSpPr/>
          <p:nvPr/>
        </p:nvSpPr>
        <p:spPr>
          <a:xfrm>
            <a:off x="3566667" y="5419017"/>
            <a:ext cx="2095061" cy="604454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>
                <a:solidFill>
                  <a:schemeClr val="bg1"/>
                </a:solidFill>
              </a:rPr>
              <a:t>Action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Policy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EB5F2A9B-9AFD-FF90-0DE4-F0FB72245D03}"/>
              </a:ext>
            </a:extLst>
          </p:cNvPr>
          <p:cNvSpPr txBox="1"/>
          <p:nvPr/>
        </p:nvSpPr>
        <p:spPr>
          <a:xfrm>
            <a:off x="1569430" y="2483423"/>
            <a:ext cx="3349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“</a:t>
            </a:r>
            <a:r>
              <a:rPr lang="es-ES" i="1" dirty="0"/>
              <a:t>I </a:t>
            </a:r>
            <a:r>
              <a:rPr lang="es-ES" i="1" dirty="0" err="1"/>
              <a:t>want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</a:t>
            </a:r>
            <a:r>
              <a:rPr lang="es-ES" i="1" dirty="0" err="1"/>
              <a:t>buy</a:t>
            </a:r>
            <a:r>
              <a:rPr lang="es-ES" i="1" dirty="0"/>
              <a:t> </a:t>
            </a:r>
            <a:r>
              <a:rPr lang="es-ES" i="1" dirty="0" err="1"/>
              <a:t>potatoes</a:t>
            </a:r>
            <a:r>
              <a:rPr lang="es-ES" dirty="0"/>
              <a:t>”</a:t>
            </a:r>
            <a:endParaRPr lang="en-US" dirty="0"/>
          </a:p>
        </p:txBody>
      </p:sp>
      <p:pic>
        <p:nvPicPr>
          <p:cNvPr id="2066" name="Picture 2" descr="Google Glass Enterprise Edition 2: Full Specification - VRcompare">
            <a:extLst>
              <a:ext uri="{FF2B5EF4-FFF2-40B4-BE49-F238E27FC236}">
                <a16:creationId xmlns:a16="http://schemas.microsoft.com/office/drawing/2014/main" id="{FB1B3DF3-6A31-E1FB-9588-3EA655CAD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53" y="1489268"/>
            <a:ext cx="1103612" cy="42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Rectangle 2067">
            <a:extLst>
              <a:ext uri="{FF2B5EF4-FFF2-40B4-BE49-F238E27FC236}">
                <a16:creationId xmlns:a16="http://schemas.microsoft.com/office/drawing/2014/main" id="{F95D72D0-B210-F84B-9E1E-BEFBDA1E7825}"/>
              </a:ext>
            </a:extLst>
          </p:cNvPr>
          <p:cNvSpPr/>
          <p:nvPr/>
        </p:nvSpPr>
        <p:spPr>
          <a:xfrm>
            <a:off x="9543605" y="5053133"/>
            <a:ext cx="2095061" cy="604454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Guide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2069" name="Straight Arrow Connector 2068">
            <a:extLst>
              <a:ext uri="{FF2B5EF4-FFF2-40B4-BE49-F238E27FC236}">
                <a16:creationId xmlns:a16="http://schemas.microsoft.com/office/drawing/2014/main" id="{741AE4C9-6CFB-6C67-F2CC-47576472AA5B}"/>
              </a:ext>
            </a:extLst>
          </p:cNvPr>
          <p:cNvCxnSpPr>
            <a:cxnSpLocks/>
            <a:stCxn id="2053" idx="2"/>
          </p:cNvCxnSpPr>
          <p:nvPr/>
        </p:nvCxnSpPr>
        <p:spPr>
          <a:xfrm>
            <a:off x="10542881" y="4518540"/>
            <a:ext cx="0" cy="490782"/>
          </a:xfrm>
          <a:prstGeom prst="straightConnector1">
            <a:avLst/>
          </a:prstGeom>
          <a:ln w="7620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9078FA7A-4161-55F8-76A5-8D137B299113}"/>
              </a:ext>
            </a:extLst>
          </p:cNvPr>
          <p:cNvSpPr txBox="1"/>
          <p:nvPr/>
        </p:nvSpPr>
        <p:spPr>
          <a:xfrm>
            <a:off x="8700467" y="5721244"/>
            <a:ext cx="353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“</a:t>
            </a:r>
            <a:r>
              <a:rPr lang="es-ES" i="1" dirty="0" err="1"/>
              <a:t>Potatoes</a:t>
            </a:r>
            <a:r>
              <a:rPr lang="es-ES" i="1" dirty="0"/>
              <a:t> are </a:t>
            </a:r>
            <a:r>
              <a:rPr lang="es-ES" i="1" dirty="0" err="1"/>
              <a:t>lower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</a:t>
            </a:r>
            <a:r>
              <a:rPr lang="es-ES" i="1" dirty="0" err="1"/>
              <a:t>your</a:t>
            </a:r>
            <a:r>
              <a:rPr lang="es-ES" i="1" dirty="0"/>
              <a:t> </a:t>
            </a:r>
            <a:r>
              <a:rPr lang="es-ES" i="1" dirty="0" err="1"/>
              <a:t>right</a:t>
            </a:r>
            <a:r>
              <a:rPr lang="es-ES" dirty="0"/>
              <a:t>”</a:t>
            </a:r>
            <a:endParaRPr lang="en-US" dirty="0"/>
          </a:p>
        </p:txBody>
      </p:sp>
      <p:cxnSp>
        <p:nvCxnSpPr>
          <p:cNvPr id="2074" name="Straight Arrow Connector 2073">
            <a:extLst>
              <a:ext uri="{FF2B5EF4-FFF2-40B4-BE49-F238E27FC236}">
                <a16:creationId xmlns:a16="http://schemas.microsoft.com/office/drawing/2014/main" id="{B99B5A9E-928A-9EB6-B912-D6D9AD6C2C9C}"/>
              </a:ext>
            </a:extLst>
          </p:cNvPr>
          <p:cNvCxnSpPr>
            <a:cxnSpLocks/>
            <a:endCxn id="33" idx="3"/>
          </p:cNvCxnSpPr>
          <p:nvPr/>
        </p:nvCxnSpPr>
        <p:spPr>
          <a:xfrm>
            <a:off x="11562294" y="2349773"/>
            <a:ext cx="473993" cy="0"/>
          </a:xfrm>
          <a:prstGeom prst="straightConnector1">
            <a:avLst/>
          </a:prstGeom>
          <a:ln w="12065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9" name="Straight Arrow Connector 2078">
            <a:extLst>
              <a:ext uri="{FF2B5EF4-FFF2-40B4-BE49-F238E27FC236}">
                <a16:creationId xmlns:a16="http://schemas.microsoft.com/office/drawing/2014/main" id="{724F7E5A-E896-A232-6544-CF9B9794B1CA}"/>
              </a:ext>
            </a:extLst>
          </p:cNvPr>
          <p:cNvCxnSpPr>
            <a:cxnSpLocks/>
          </p:cNvCxnSpPr>
          <p:nvPr/>
        </p:nvCxnSpPr>
        <p:spPr>
          <a:xfrm>
            <a:off x="211957" y="4252634"/>
            <a:ext cx="473993" cy="0"/>
          </a:xfrm>
          <a:prstGeom prst="straightConnector1">
            <a:avLst/>
          </a:prstGeom>
          <a:ln w="12065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3" name="Slide Number Placeholder 2082">
            <a:extLst>
              <a:ext uri="{FF2B5EF4-FFF2-40B4-BE49-F238E27FC236}">
                <a16:creationId xmlns:a16="http://schemas.microsoft.com/office/drawing/2014/main" id="{06600B4F-A871-B863-43AE-6AB2076AD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24E1A2-84D3-4C4C-BD0E-51C3B46507A6}" type="slidenum">
              <a:rPr lang="es-ES" smtClean="0"/>
              <a:pPr/>
              <a:t>6</a:t>
            </a:fld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35E9CCA-C0AD-5948-D9C3-AC59C792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6000" dirty="0" err="1"/>
              <a:t>My</a:t>
            </a:r>
            <a:r>
              <a:rPr lang="es-ES" sz="6000" dirty="0"/>
              <a:t> </a:t>
            </a:r>
            <a:r>
              <a:rPr lang="es-ES" sz="6000" dirty="0" err="1"/>
              <a:t>Research</a:t>
            </a:r>
            <a:r>
              <a:rPr lang="es-ES" sz="6000" dirty="0"/>
              <a:t> – </a:t>
            </a:r>
            <a:r>
              <a:rPr lang="es-ES" sz="4800" dirty="0" err="1"/>
              <a:t>Baseline</a:t>
            </a:r>
            <a:r>
              <a:rPr lang="es-ES" sz="4800" dirty="0"/>
              <a:t> </a:t>
            </a:r>
            <a:r>
              <a:rPr lang="es-ES" sz="4800" dirty="0" err="1"/>
              <a:t>System</a:t>
            </a:r>
            <a:endParaRPr lang="en-US" sz="6000" dirty="0"/>
          </a:p>
        </p:txBody>
      </p:sp>
      <p:pic>
        <p:nvPicPr>
          <p:cNvPr id="4" name="Picture 4" descr="Cabeza parlante - Emoji vectoriales gratis en creazilla.com">
            <a:extLst>
              <a:ext uri="{FF2B5EF4-FFF2-40B4-BE49-F238E27FC236}">
                <a16:creationId xmlns:a16="http://schemas.microsoft.com/office/drawing/2014/main" id="{443BB3AB-8227-9E61-00E5-E64DCFF72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03" y="1964440"/>
            <a:ext cx="1033256" cy="103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4D65B-6AFA-9D86-869A-815A5B3DA2DE}"/>
              </a:ext>
            </a:extLst>
          </p:cNvPr>
          <p:cNvSpPr txBox="1"/>
          <p:nvPr/>
        </p:nvSpPr>
        <p:spPr>
          <a:xfrm>
            <a:off x="109593" y="1345991"/>
            <a:ext cx="1080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 err="1"/>
              <a:t>User</a:t>
            </a:r>
            <a:r>
              <a:rPr lang="es-ES" sz="2000" dirty="0"/>
              <a:t> </a:t>
            </a:r>
          </a:p>
          <a:p>
            <a:pPr algn="ctr"/>
            <a:r>
              <a:rPr lang="es-ES" sz="2000" dirty="0" err="1"/>
              <a:t>querie</a:t>
            </a:r>
            <a:endParaRPr lang="en-US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2AE8BC-5DF2-AD6E-5232-6568D0504CD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593159" y="2481068"/>
            <a:ext cx="4575190" cy="0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2A618B-8ACA-0987-A170-0F6262AC4A27}"/>
              </a:ext>
            </a:extLst>
          </p:cNvPr>
          <p:cNvSpPr txBox="1"/>
          <p:nvPr/>
        </p:nvSpPr>
        <p:spPr>
          <a:xfrm>
            <a:off x="2093306" y="1703442"/>
            <a:ext cx="407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a </a:t>
            </a:r>
            <a:r>
              <a:rPr lang="es-ES" dirty="0" err="1"/>
              <a:t>valid</a:t>
            </a:r>
            <a:r>
              <a:rPr lang="es-ES" dirty="0"/>
              <a:t> </a:t>
            </a:r>
            <a:r>
              <a:rPr lang="es-ES" dirty="0" err="1"/>
              <a:t>request</a:t>
            </a:r>
            <a:r>
              <a:rPr lang="es-ES" dirty="0"/>
              <a:t>? </a:t>
            </a:r>
            <a:r>
              <a:rPr lang="es-ES" dirty="0" err="1"/>
              <a:t>Makes</a:t>
            </a:r>
            <a:r>
              <a:rPr lang="es-ES" dirty="0"/>
              <a:t> </a:t>
            </a:r>
            <a:r>
              <a:rPr lang="es-ES" dirty="0" err="1"/>
              <a:t>sense</a:t>
            </a:r>
            <a:r>
              <a:rPr lang="es-ES" dirty="0"/>
              <a:t>?</a:t>
            </a:r>
          </a:p>
          <a:p>
            <a:r>
              <a:rPr lang="es-ES" dirty="0"/>
              <a:t>- </a:t>
            </a:r>
            <a:r>
              <a:rPr lang="es-ES" dirty="0" err="1"/>
              <a:t>Confirmation</a:t>
            </a:r>
            <a:r>
              <a:rPr lang="es-ES" dirty="0"/>
              <a:t>: “</a:t>
            </a:r>
            <a:r>
              <a:rPr lang="es-ES" i="1" dirty="0"/>
              <a:t>Are </a:t>
            </a:r>
            <a:r>
              <a:rPr lang="es-ES" i="1" dirty="0" err="1"/>
              <a:t>you</a:t>
            </a:r>
            <a:r>
              <a:rPr lang="es-ES" i="1" dirty="0"/>
              <a:t> </a:t>
            </a:r>
            <a:r>
              <a:rPr lang="es-ES" i="1" dirty="0" err="1"/>
              <a:t>sure</a:t>
            </a:r>
            <a:r>
              <a:rPr lang="es-ES" dirty="0"/>
              <a:t>?”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9ADAC-0400-FF02-1061-AB2F0BC014C8}"/>
              </a:ext>
            </a:extLst>
          </p:cNvPr>
          <p:cNvSpPr/>
          <p:nvPr/>
        </p:nvSpPr>
        <p:spPr>
          <a:xfrm>
            <a:off x="6168349" y="2113527"/>
            <a:ext cx="2653748" cy="646330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>
                <a:solidFill>
                  <a:schemeClr val="bg1"/>
                </a:solidFill>
              </a:rPr>
              <a:t>Generate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predicates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(</a:t>
            </a:r>
            <a:r>
              <a:rPr lang="es-ES" sz="2000" dirty="0" err="1">
                <a:solidFill>
                  <a:schemeClr val="bg1"/>
                </a:solidFill>
              </a:rPr>
              <a:t>Conditions</a:t>
            </a:r>
            <a:r>
              <a:rPr lang="es-ES" sz="2000" dirty="0">
                <a:solidFill>
                  <a:schemeClr val="bg1"/>
                </a:solidFill>
              </a:rPr>
              <a:t>)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038820-A4FA-FE43-4228-85C630511169}"/>
              </a:ext>
            </a:extLst>
          </p:cNvPr>
          <p:cNvCxnSpPr>
            <a:cxnSpLocks/>
            <a:stCxn id="15" idx="3"/>
            <a:endCxn id="30" idx="1"/>
          </p:cNvCxnSpPr>
          <p:nvPr/>
        </p:nvCxnSpPr>
        <p:spPr>
          <a:xfrm flipV="1">
            <a:off x="8822097" y="1521835"/>
            <a:ext cx="373054" cy="914857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EB7800-E2EA-857A-0F27-86B5E033FF81}"/>
              </a:ext>
            </a:extLst>
          </p:cNvPr>
          <p:cNvCxnSpPr>
            <a:cxnSpLocks/>
            <a:stCxn id="15" idx="3"/>
            <a:endCxn id="33" idx="1"/>
          </p:cNvCxnSpPr>
          <p:nvPr/>
        </p:nvCxnSpPr>
        <p:spPr>
          <a:xfrm flipV="1">
            <a:off x="8822097" y="1868594"/>
            <a:ext cx="453047" cy="568098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3B05A5-FEA3-C0FD-720E-C11950C4CBED}"/>
              </a:ext>
            </a:extLst>
          </p:cNvPr>
          <p:cNvCxnSpPr>
            <a:cxnSpLocks/>
            <a:stCxn id="15" idx="3"/>
            <a:endCxn id="35" idx="1"/>
          </p:cNvCxnSpPr>
          <p:nvPr/>
        </p:nvCxnSpPr>
        <p:spPr>
          <a:xfrm flipV="1">
            <a:off x="8822097" y="2246704"/>
            <a:ext cx="485794" cy="189988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DDC4641-CC19-824C-725B-396B101FEAD0}"/>
              </a:ext>
            </a:extLst>
          </p:cNvPr>
          <p:cNvSpPr txBox="1"/>
          <p:nvPr/>
        </p:nvSpPr>
        <p:spPr>
          <a:xfrm>
            <a:off x="9195151" y="1337169"/>
            <a:ext cx="261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/>
              <a:t>Are </a:t>
            </a:r>
            <a:r>
              <a:rPr lang="es-ES" i="1" dirty="0" err="1"/>
              <a:t>we</a:t>
            </a:r>
            <a:r>
              <a:rPr lang="es-ES" i="1" dirty="0"/>
              <a:t> </a:t>
            </a:r>
            <a:r>
              <a:rPr lang="es-ES" i="1" dirty="0" err="1"/>
              <a:t>inside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store?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561AFD-9753-C4D0-3AB1-7076BBF8FCE9}"/>
              </a:ext>
            </a:extLst>
          </p:cNvPr>
          <p:cNvSpPr txBox="1"/>
          <p:nvPr/>
        </p:nvSpPr>
        <p:spPr>
          <a:xfrm>
            <a:off x="9275144" y="1683928"/>
            <a:ext cx="261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 err="1"/>
              <a:t>We</a:t>
            </a:r>
            <a:r>
              <a:rPr lang="es-ES" i="1" dirty="0"/>
              <a:t> </a:t>
            </a:r>
            <a:r>
              <a:rPr lang="es-ES" i="1" dirty="0" err="1"/>
              <a:t>see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section</a:t>
            </a:r>
            <a:r>
              <a:rPr lang="es-ES" i="1" dirty="0"/>
              <a:t>?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515E28-1BAE-00CD-45B7-75366170561E}"/>
              </a:ext>
            </a:extLst>
          </p:cNvPr>
          <p:cNvSpPr txBox="1"/>
          <p:nvPr/>
        </p:nvSpPr>
        <p:spPr>
          <a:xfrm>
            <a:off x="9307891" y="2062038"/>
            <a:ext cx="261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 err="1"/>
              <a:t>We</a:t>
            </a:r>
            <a:r>
              <a:rPr lang="es-ES" i="1" dirty="0"/>
              <a:t> </a:t>
            </a:r>
            <a:r>
              <a:rPr lang="es-ES" i="1" dirty="0" err="1"/>
              <a:t>see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product</a:t>
            </a:r>
            <a:r>
              <a:rPr lang="es-ES" i="1" dirty="0"/>
              <a:t>?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B011CC-E145-C8B5-FDCF-FB0FD8522B4D}"/>
              </a:ext>
            </a:extLst>
          </p:cNvPr>
          <p:cNvSpPr txBox="1"/>
          <p:nvPr/>
        </p:nvSpPr>
        <p:spPr>
          <a:xfrm>
            <a:off x="8273493" y="1744194"/>
            <a:ext cx="73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e.g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A86C00B-C0F4-A28D-5DDB-86A43EFA378A}"/>
              </a:ext>
            </a:extLst>
          </p:cNvPr>
          <p:cNvSpPr/>
          <p:nvPr/>
        </p:nvSpPr>
        <p:spPr>
          <a:xfrm>
            <a:off x="838200" y="3860305"/>
            <a:ext cx="2272748" cy="648266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Run </a:t>
            </a:r>
            <a:r>
              <a:rPr lang="es-ES" sz="2000" dirty="0" err="1">
                <a:solidFill>
                  <a:schemeClr val="bg1"/>
                </a:solidFill>
              </a:rPr>
              <a:t>perception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models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2568BB2-BE9E-9722-4B7C-C2480DEE3489}"/>
              </a:ext>
            </a:extLst>
          </p:cNvPr>
          <p:cNvCxnSpPr>
            <a:cxnSpLocks/>
            <a:stCxn id="37" idx="3"/>
            <a:endCxn id="48" idx="1"/>
          </p:cNvCxnSpPr>
          <p:nvPr/>
        </p:nvCxnSpPr>
        <p:spPr>
          <a:xfrm flipV="1">
            <a:off x="3110948" y="3429000"/>
            <a:ext cx="739111" cy="755438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0D87348-2DD7-B041-FB4F-2E182189AC1C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3110948" y="4184438"/>
            <a:ext cx="769806" cy="79449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389ADCE-B53F-703C-2DA7-B0C49E30E771}"/>
              </a:ext>
            </a:extLst>
          </p:cNvPr>
          <p:cNvSpPr txBox="1"/>
          <p:nvPr/>
        </p:nvSpPr>
        <p:spPr>
          <a:xfrm>
            <a:off x="3850059" y="3105834"/>
            <a:ext cx="2092347" cy="646331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 err="1"/>
              <a:t>Object</a:t>
            </a:r>
            <a:r>
              <a:rPr lang="es-ES" dirty="0"/>
              <a:t> detector </a:t>
            </a:r>
            <a:r>
              <a:rPr lang="es-ES" dirty="0">
                <a:sym typeface="Wingdings" panose="05000000000000000000" pitchFamily="2" charset="2"/>
              </a:rPr>
              <a:t> OWLv2-b + LLM?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D1FAB0-19BE-65E4-1971-665CD6213662}"/>
              </a:ext>
            </a:extLst>
          </p:cNvPr>
          <p:cNvSpPr txBox="1"/>
          <p:nvPr/>
        </p:nvSpPr>
        <p:spPr>
          <a:xfrm>
            <a:off x="3880754" y="4079221"/>
            <a:ext cx="884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OCR</a:t>
            </a:r>
            <a:endParaRPr lang="en-US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11008AF-96D2-631C-5DB1-8F4C191C76F5}"/>
              </a:ext>
            </a:extLst>
          </p:cNvPr>
          <p:cNvCxnSpPr>
            <a:cxnSpLocks/>
            <a:stCxn id="37" idx="3"/>
            <a:endCxn id="54" idx="1"/>
          </p:cNvCxnSpPr>
          <p:nvPr/>
        </p:nvCxnSpPr>
        <p:spPr>
          <a:xfrm>
            <a:off x="3110948" y="4184438"/>
            <a:ext cx="769806" cy="799039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42C8D4-E329-67B9-A946-C23E9881FC2A}"/>
              </a:ext>
            </a:extLst>
          </p:cNvPr>
          <p:cNvSpPr txBox="1"/>
          <p:nvPr/>
        </p:nvSpPr>
        <p:spPr>
          <a:xfrm>
            <a:off x="3880754" y="4798811"/>
            <a:ext cx="2723979" cy="369332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dirty="0" err="1"/>
              <a:t>Scene</a:t>
            </a:r>
            <a:r>
              <a:rPr lang="es-ES" dirty="0"/>
              <a:t> </a:t>
            </a:r>
            <a:r>
              <a:rPr lang="es-ES" dirty="0" err="1"/>
              <a:t>recognition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LLM</a:t>
            </a:r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529CF40-CDBA-FA9F-04FA-C8BACFA12588}"/>
              </a:ext>
            </a:extLst>
          </p:cNvPr>
          <p:cNvCxnSpPr>
            <a:cxnSpLocks/>
          </p:cNvCxnSpPr>
          <p:nvPr/>
        </p:nvCxnSpPr>
        <p:spPr>
          <a:xfrm>
            <a:off x="4823677" y="4252634"/>
            <a:ext cx="629706" cy="0"/>
          </a:xfrm>
          <a:prstGeom prst="straightConnector1">
            <a:avLst/>
          </a:prstGeom>
          <a:ln w="7620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1396ACB-43B2-1FC3-42EE-7A1DF7AD2080}"/>
              </a:ext>
            </a:extLst>
          </p:cNvPr>
          <p:cNvSpPr/>
          <p:nvPr/>
        </p:nvSpPr>
        <p:spPr>
          <a:xfrm>
            <a:off x="5648062" y="3957974"/>
            <a:ext cx="2796888" cy="648266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Store </a:t>
            </a:r>
            <a:r>
              <a:rPr lang="es-ES" sz="2000" dirty="0" err="1">
                <a:solidFill>
                  <a:schemeClr val="bg1"/>
                </a:solidFill>
              </a:rPr>
              <a:t>Evidences</a:t>
            </a:r>
            <a:r>
              <a:rPr lang="es-ES" sz="2000" dirty="0">
                <a:solidFill>
                  <a:schemeClr val="bg1"/>
                </a:solidFill>
              </a:rPr>
              <a:t>: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“</a:t>
            </a:r>
            <a:r>
              <a:rPr lang="es-ES" sz="2000" dirty="0" err="1">
                <a:solidFill>
                  <a:schemeClr val="bg1"/>
                </a:solidFill>
              </a:rPr>
              <a:t>Belief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graph</a:t>
            </a:r>
            <a:r>
              <a:rPr lang="es-ES" sz="2000" dirty="0">
                <a:solidFill>
                  <a:schemeClr val="bg1"/>
                </a:solidFill>
              </a:rPr>
              <a:t>”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76C3BD9C-0B5C-F52A-E180-C301668CC464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8444950" y="4252634"/>
            <a:ext cx="3660911" cy="29473"/>
          </a:xfrm>
          <a:prstGeom prst="curvedConnector3">
            <a:avLst>
              <a:gd name="adj1" fmla="val 50000"/>
            </a:avLst>
          </a:prstGeom>
          <a:ln w="3810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3" name="Rectangle 2052">
            <a:extLst>
              <a:ext uri="{FF2B5EF4-FFF2-40B4-BE49-F238E27FC236}">
                <a16:creationId xmlns:a16="http://schemas.microsoft.com/office/drawing/2014/main" id="{8EB65BFD-3676-F892-9A69-3B0F9C97B1D9}"/>
              </a:ext>
            </a:extLst>
          </p:cNvPr>
          <p:cNvSpPr/>
          <p:nvPr/>
        </p:nvSpPr>
        <p:spPr>
          <a:xfrm>
            <a:off x="9307891" y="3870275"/>
            <a:ext cx="2469979" cy="648265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Check if </a:t>
            </a:r>
            <a:r>
              <a:rPr lang="es-ES" sz="2000" dirty="0" err="1">
                <a:solidFill>
                  <a:schemeClr val="bg1"/>
                </a:solidFill>
              </a:rPr>
              <a:t>we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fullfill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the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predicates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AE3EFC4D-8734-6CE2-8587-18B322201066}"/>
              </a:ext>
            </a:extLst>
          </p:cNvPr>
          <p:cNvSpPr/>
          <p:nvPr/>
        </p:nvSpPr>
        <p:spPr>
          <a:xfrm>
            <a:off x="1189899" y="5419017"/>
            <a:ext cx="2095061" cy="604454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>
                <a:solidFill>
                  <a:schemeClr val="bg1"/>
                </a:solidFill>
              </a:rPr>
              <a:t>Voice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Policy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2C373C1-5A22-CD95-07AE-E7A15F1B9FB6}"/>
              </a:ext>
            </a:extLst>
          </p:cNvPr>
          <p:cNvSpPr/>
          <p:nvPr/>
        </p:nvSpPr>
        <p:spPr>
          <a:xfrm>
            <a:off x="3566667" y="5419017"/>
            <a:ext cx="2095061" cy="604454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 err="1">
                <a:solidFill>
                  <a:schemeClr val="bg1"/>
                </a:solidFill>
              </a:rPr>
              <a:t>Action</a:t>
            </a:r>
            <a:r>
              <a:rPr lang="es-ES" sz="2000" dirty="0">
                <a:solidFill>
                  <a:schemeClr val="bg1"/>
                </a:solidFill>
              </a:rPr>
              <a:t> </a:t>
            </a:r>
            <a:r>
              <a:rPr lang="es-ES" sz="2000" dirty="0" err="1">
                <a:solidFill>
                  <a:schemeClr val="bg1"/>
                </a:solidFill>
              </a:rPr>
              <a:t>Policy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65" name="TextBox 2064">
            <a:extLst>
              <a:ext uri="{FF2B5EF4-FFF2-40B4-BE49-F238E27FC236}">
                <a16:creationId xmlns:a16="http://schemas.microsoft.com/office/drawing/2014/main" id="{EB5F2A9B-9AFD-FF90-0DE4-F0FB72245D03}"/>
              </a:ext>
            </a:extLst>
          </p:cNvPr>
          <p:cNvSpPr txBox="1"/>
          <p:nvPr/>
        </p:nvSpPr>
        <p:spPr>
          <a:xfrm>
            <a:off x="1569430" y="2483423"/>
            <a:ext cx="3349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“</a:t>
            </a:r>
            <a:r>
              <a:rPr lang="es-ES" i="1" dirty="0"/>
              <a:t>I </a:t>
            </a:r>
            <a:r>
              <a:rPr lang="es-ES" i="1" dirty="0" err="1"/>
              <a:t>want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</a:t>
            </a:r>
            <a:r>
              <a:rPr lang="es-ES" i="1" dirty="0" err="1"/>
              <a:t>buy</a:t>
            </a:r>
            <a:r>
              <a:rPr lang="es-ES" i="1" dirty="0"/>
              <a:t> </a:t>
            </a:r>
            <a:r>
              <a:rPr lang="es-ES" i="1" dirty="0" err="1"/>
              <a:t>potatoes</a:t>
            </a:r>
            <a:r>
              <a:rPr lang="es-ES" dirty="0"/>
              <a:t>”</a:t>
            </a:r>
            <a:endParaRPr lang="en-US" dirty="0"/>
          </a:p>
        </p:txBody>
      </p:sp>
      <p:pic>
        <p:nvPicPr>
          <p:cNvPr id="2066" name="Picture 2" descr="Google Glass Enterprise Edition 2: Full Specification - VRcompare">
            <a:extLst>
              <a:ext uri="{FF2B5EF4-FFF2-40B4-BE49-F238E27FC236}">
                <a16:creationId xmlns:a16="http://schemas.microsoft.com/office/drawing/2014/main" id="{FB1B3DF3-6A31-E1FB-9588-3EA655CAD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53" y="1489268"/>
            <a:ext cx="1103612" cy="42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Rectangle 2067">
            <a:extLst>
              <a:ext uri="{FF2B5EF4-FFF2-40B4-BE49-F238E27FC236}">
                <a16:creationId xmlns:a16="http://schemas.microsoft.com/office/drawing/2014/main" id="{F95D72D0-B210-F84B-9E1E-BEFBDA1E7825}"/>
              </a:ext>
            </a:extLst>
          </p:cNvPr>
          <p:cNvSpPr/>
          <p:nvPr/>
        </p:nvSpPr>
        <p:spPr>
          <a:xfrm>
            <a:off x="9543605" y="5053133"/>
            <a:ext cx="2095061" cy="604454"/>
          </a:xfrm>
          <a:prstGeom prst="rect">
            <a:avLst/>
          </a:prstGeom>
          <a:solidFill>
            <a:srgbClr val="226C40"/>
          </a:solidFill>
          <a:ln w="28575"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Guide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2069" name="Straight Arrow Connector 2068">
            <a:extLst>
              <a:ext uri="{FF2B5EF4-FFF2-40B4-BE49-F238E27FC236}">
                <a16:creationId xmlns:a16="http://schemas.microsoft.com/office/drawing/2014/main" id="{741AE4C9-6CFB-6C67-F2CC-47576472AA5B}"/>
              </a:ext>
            </a:extLst>
          </p:cNvPr>
          <p:cNvCxnSpPr>
            <a:cxnSpLocks/>
            <a:stCxn id="2053" idx="2"/>
          </p:cNvCxnSpPr>
          <p:nvPr/>
        </p:nvCxnSpPr>
        <p:spPr>
          <a:xfrm>
            <a:off x="10542881" y="4518540"/>
            <a:ext cx="0" cy="490782"/>
          </a:xfrm>
          <a:prstGeom prst="straightConnector1">
            <a:avLst/>
          </a:prstGeom>
          <a:ln w="7620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9078FA7A-4161-55F8-76A5-8D137B299113}"/>
              </a:ext>
            </a:extLst>
          </p:cNvPr>
          <p:cNvSpPr txBox="1"/>
          <p:nvPr/>
        </p:nvSpPr>
        <p:spPr>
          <a:xfrm>
            <a:off x="8700467" y="5721244"/>
            <a:ext cx="353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“</a:t>
            </a:r>
            <a:r>
              <a:rPr lang="es-ES" i="1" dirty="0" err="1"/>
              <a:t>Potatoes</a:t>
            </a:r>
            <a:r>
              <a:rPr lang="es-ES" i="1" dirty="0"/>
              <a:t> are </a:t>
            </a:r>
            <a:r>
              <a:rPr lang="es-ES" i="1" dirty="0" err="1"/>
              <a:t>lower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</a:t>
            </a:r>
            <a:r>
              <a:rPr lang="es-ES" i="1" dirty="0" err="1"/>
              <a:t>your</a:t>
            </a:r>
            <a:r>
              <a:rPr lang="es-ES" i="1" dirty="0"/>
              <a:t> </a:t>
            </a:r>
            <a:r>
              <a:rPr lang="es-ES" i="1" dirty="0" err="1"/>
              <a:t>right</a:t>
            </a:r>
            <a:r>
              <a:rPr lang="es-ES" dirty="0"/>
              <a:t>”</a:t>
            </a:r>
            <a:endParaRPr lang="en-US" dirty="0"/>
          </a:p>
        </p:txBody>
      </p:sp>
      <p:cxnSp>
        <p:nvCxnSpPr>
          <p:cNvPr id="2074" name="Straight Arrow Connector 2073">
            <a:extLst>
              <a:ext uri="{FF2B5EF4-FFF2-40B4-BE49-F238E27FC236}">
                <a16:creationId xmlns:a16="http://schemas.microsoft.com/office/drawing/2014/main" id="{B99B5A9E-928A-9EB6-B912-D6D9AD6C2C9C}"/>
              </a:ext>
            </a:extLst>
          </p:cNvPr>
          <p:cNvCxnSpPr>
            <a:cxnSpLocks/>
            <a:endCxn id="33" idx="3"/>
          </p:cNvCxnSpPr>
          <p:nvPr/>
        </p:nvCxnSpPr>
        <p:spPr>
          <a:xfrm>
            <a:off x="11417627" y="1868594"/>
            <a:ext cx="473993" cy="0"/>
          </a:xfrm>
          <a:prstGeom prst="straightConnector1">
            <a:avLst/>
          </a:prstGeom>
          <a:ln w="12065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9" name="Straight Arrow Connector 2078">
            <a:extLst>
              <a:ext uri="{FF2B5EF4-FFF2-40B4-BE49-F238E27FC236}">
                <a16:creationId xmlns:a16="http://schemas.microsoft.com/office/drawing/2014/main" id="{724F7E5A-E896-A232-6544-CF9B9794B1CA}"/>
              </a:ext>
            </a:extLst>
          </p:cNvPr>
          <p:cNvCxnSpPr>
            <a:cxnSpLocks/>
          </p:cNvCxnSpPr>
          <p:nvPr/>
        </p:nvCxnSpPr>
        <p:spPr>
          <a:xfrm>
            <a:off x="211957" y="4252634"/>
            <a:ext cx="473993" cy="0"/>
          </a:xfrm>
          <a:prstGeom prst="straightConnector1">
            <a:avLst/>
          </a:prstGeom>
          <a:ln w="120650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3" name="Slide Number Placeholder 2082">
            <a:extLst>
              <a:ext uri="{FF2B5EF4-FFF2-40B4-BE49-F238E27FC236}">
                <a16:creationId xmlns:a16="http://schemas.microsoft.com/office/drawing/2014/main" id="{06600B4F-A871-B863-43AE-6AB2076AD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924E1A2-84D3-4C4C-BD0E-51C3B46507A6}" type="slidenum">
              <a:rPr lang="es-ES" smtClean="0"/>
              <a:pPr/>
              <a:t>7</a:t>
            </a:fld>
            <a:endParaRPr lang="es-E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786BA6-1B82-8D26-0B95-9FF2E3BFE03A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>
            <a:off x="8822097" y="2436692"/>
            <a:ext cx="237075" cy="231397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4F7310C-28C8-C56C-F439-76EFBAEC8940}"/>
              </a:ext>
            </a:extLst>
          </p:cNvPr>
          <p:cNvSpPr txBox="1"/>
          <p:nvPr/>
        </p:nvSpPr>
        <p:spPr>
          <a:xfrm>
            <a:off x="9059172" y="2483423"/>
            <a:ext cx="2967415" cy="369332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i="1" dirty="0" err="1"/>
              <a:t>Is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user</a:t>
            </a:r>
            <a:r>
              <a:rPr lang="es-ES" i="1" dirty="0"/>
              <a:t> </a:t>
            </a:r>
            <a:r>
              <a:rPr lang="es-ES" i="1" dirty="0" err="1"/>
              <a:t>seing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panels</a:t>
            </a:r>
            <a:r>
              <a:rPr lang="es-ES" i="1" dirty="0"/>
              <a:t>? 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36F483-93B6-C75A-9A17-94758A6E9855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>
            <a:off x="8822097" y="2436692"/>
            <a:ext cx="285330" cy="661454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3882618-9E29-7836-C003-4EE19B96D5F0}"/>
              </a:ext>
            </a:extLst>
          </p:cNvPr>
          <p:cNvSpPr txBox="1"/>
          <p:nvPr/>
        </p:nvSpPr>
        <p:spPr>
          <a:xfrm>
            <a:off x="9107427" y="2913480"/>
            <a:ext cx="2967415" cy="369332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i="1" dirty="0" err="1"/>
              <a:t>Is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user</a:t>
            </a:r>
            <a:r>
              <a:rPr lang="es-ES" i="1" dirty="0"/>
              <a:t> </a:t>
            </a:r>
            <a:r>
              <a:rPr lang="es-ES" i="1" dirty="0" err="1"/>
              <a:t>seing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panels</a:t>
            </a:r>
            <a:r>
              <a:rPr lang="es-ES" i="1" dirty="0"/>
              <a:t>? 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1C53F3-CBEF-7676-69B1-5F10929F10A3}"/>
              </a:ext>
            </a:extLst>
          </p:cNvPr>
          <p:cNvSpPr txBox="1"/>
          <p:nvPr/>
        </p:nvSpPr>
        <p:spPr>
          <a:xfrm>
            <a:off x="9195151" y="3406514"/>
            <a:ext cx="348454" cy="369332"/>
          </a:xfrm>
          <a:prstGeom prst="rect">
            <a:avLst/>
          </a:prstGeom>
          <a:solidFill>
            <a:srgbClr val="C0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i="1" dirty="0"/>
              <a:t>…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7C827A3-D320-C490-420A-AD61ECBE9A3B}"/>
              </a:ext>
            </a:extLst>
          </p:cNvPr>
          <p:cNvCxnSpPr>
            <a:cxnSpLocks/>
            <a:stCxn id="15" idx="3"/>
            <a:endCxn id="32" idx="1"/>
          </p:cNvCxnSpPr>
          <p:nvPr/>
        </p:nvCxnSpPr>
        <p:spPr>
          <a:xfrm>
            <a:off x="8822097" y="2436692"/>
            <a:ext cx="373054" cy="1154488"/>
          </a:xfrm>
          <a:prstGeom prst="straightConnector1">
            <a:avLst/>
          </a:prstGeom>
          <a:ln w="28575">
            <a:solidFill>
              <a:srgbClr val="133D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69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Try </a:t>
            </a:r>
            <a:r>
              <a:rPr lang="es-ES" dirty="0" err="1"/>
              <a:t>to</a:t>
            </a:r>
            <a:r>
              <a:rPr lang="es-ES" dirty="0"/>
              <a:t> solve </a:t>
            </a:r>
            <a:r>
              <a:rPr lang="es-ES" dirty="0" err="1"/>
              <a:t>threshold</a:t>
            </a:r>
            <a:r>
              <a:rPr lang="es-ES" dirty="0"/>
              <a:t> </a:t>
            </a:r>
            <a:r>
              <a:rPr lang="es-ES" dirty="0" err="1"/>
              <a:t>issue</a:t>
            </a:r>
            <a:endParaRPr lang="es-ES" dirty="0"/>
          </a:p>
          <a:p>
            <a:r>
              <a:rPr lang="es-ES" dirty="0" err="1"/>
              <a:t>Implement</a:t>
            </a:r>
            <a:r>
              <a:rPr lang="es-ES" dirty="0"/>
              <a:t> LLM in </a:t>
            </a:r>
            <a:r>
              <a:rPr lang="es-ES" dirty="0" err="1"/>
              <a:t>scene</a:t>
            </a:r>
            <a:r>
              <a:rPr lang="es-ES" dirty="0"/>
              <a:t> </a:t>
            </a:r>
            <a:r>
              <a:rPr lang="es-ES" dirty="0" err="1"/>
              <a:t>recognition</a:t>
            </a:r>
            <a:endParaRPr lang="es-ES" dirty="0"/>
          </a:p>
          <a:p>
            <a:pPr lvl="1"/>
            <a:r>
              <a:rPr lang="es-ES" dirty="0"/>
              <a:t>Explore </a:t>
            </a:r>
            <a:r>
              <a:rPr lang="es-ES" dirty="0" err="1"/>
              <a:t>LLMs</a:t>
            </a:r>
            <a:r>
              <a:rPr lang="es-ES" dirty="0"/>
              <a:t> </a:t>
            </a:r>
            <a:r>
              <a:rPr lang="es-ES" dirty="0" err="1"/>
              <a:t>models</a:t>
            </a:r>
            <a:r>
              <a:rPr lang="es-ES" dirty="0"/>
              <a:t> and </a:t>
            </a:r>
            <a:r>
              <a:rPr lang="es-ES" dirty="0" err="1"/>
              <a:t>latency</a:t>
            </a:r>
            <a:endParaRPr lang="es-ES" dirty="0"/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346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メイリオ</vt:lpstr>
      <vt:lpstr>Aptos</vt:lpstr>
      <vt:lpstr>Arial</vt:lpstr>
      <vt:lpstr>Calibri Light</vt:lpstr>
      <vt:lpstr>Courier New</vt:lpstr>
      <vt:lpstr>Wingdings</vt:lpstr>
      <vt:lpstr>Office Theme</vt:lpstr>
      <vt:lpstr>2026/05/14</vt:lpstr>
      <vt:lpstr>PowerPoint Presentation</vt:lpstr>
      <vt:lpstr>PowerPoint Presentation</vt:lpstr>
      <vt:lpstr>PowerPoint Presentation</vt:lpstr>
      <vt:lpstr>PowerPoint Presentation</vt:lpstr>
      <vt:lpstr>My Research – Baseline System</vt:lpstr>
      <vt:lpstr>My Research – Baseline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Bodega</dc:creator>
  <cp:lastModifiedBy>Pedro Bodega</cp:lastModifiedBy>
  <cp:revision>2</cp:revision>
  <dcterms:created xsi:type="dcterms:W3CDTF">2025-06-17T05:20:14Z</dcterms:created>
  <dcterms:modified xsi:type="dcterms:W3CDTF">2026-05-14T03:14:59Z</dcterms:modified>
</cp:coreProperties>
</file>