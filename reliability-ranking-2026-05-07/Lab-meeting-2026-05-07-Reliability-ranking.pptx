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6C40"/>
    <a:srgbClr val="133D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A83562-6F1F-44B2-95F9-633A76B40563}" v="8" dt="2026-05-07T02:37:15.2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Bodega" userId="3bba64922e12e504" providerId="LiveId" clId="{29A83562-6F1F-44B2-95F9-633A76B40563}"/>
    <pc:docChg chg="undo redo custSel addSld delSld modSld">
      <pc:chgData name="Pedro Bodega" userId="3bba64922e12e504" providerId="LiveId" clId="{29A83562-6F1F-44B2-95F9-633A76B40563}" dt="2026-05-07T02:37:50.265" v="717" actId="1076"/>
      <pc:docMkLst>
        <pc:docMk/>
      </pc:docMkLst>
      <pc:sldChg chg="addSp modSp mod">
        <pc:chgData name="Pedro Bodega" userId="3bba64922e12e504" providerId="LiveId" clId="{29A83562-6F1F-44B2-95F9-633A76B40563}" dt="2026-05-07T02:37:07.519" v="701"/>
        <pc:sldMkLst>
          <pc:docMk/>
          <pc:sldMk cId="0" sldId="257"/>
        </pc:sldMkLst>
        <pc:spChg chg="mod">
          <ac:chgData name="Pedro Bodega" userId="3bba64922e12e504" providerId="LiveId" clId="{29A83562-6F1F-44B2-95F9-633A76B40563}" dt="2026-05-07T02:24:29.148" v="86" actId="20577"/>
          <ac:spMkLst>
            <pc:docMk/>
            <pc:sldMk cId="0" sldId="257"/>
            <ac:spMk id="2" creationId="{00000000-0000-0000-0000-000000000000}"/>
          </ac:spMkLst>
        </pc:spChg>
        <pc:spChg chg="add mod">
          <ac:chgData name="Pedro Bodega" userId="3bba64922e12e504" providerId="LiveId" clId="{29A83562-6F1F-44B2-95F9-633A76B40563}" dt="2026-05-07T02:37:07.519" v="701"/>
          <ac:spMkLst>
            <pc:docMk/>
            <pc:sldMk cId="0" sldId="257"/>
            <ac:spMk id="3" creationId="{D01355F1-6452-D0FF-08B9-21FA590A4AAC}"/>
          </ac:spMkLst>
        </pc:spChg>
      </pc:sldChg>
      <pc:sldChg chg="addSp delSp modSp mod">
        <pc:chgData name="Pedro Bodega" userId="3bba64922e12e504" providerId="LiveId" clId="{29A83562-6F1F-44B2-95F9-633A76B40563}" dt="2026-05-07T02:37:08.904" v="702"/>
        <pc:sldMkLst>
          <pc:docMk/>
          <pc:sldMk cId="0" sldId="258"/>
        </pc:sldMkLst>
        <pc:spChg chg="mod">
          <ac:chgData name="Pedro Bodega" userId="3bba64922e12e504" providerId="LiveId" clId="{29A83562-6F1F-44B2-95F9-633A76B40563}" dt="2026-05-07T02:24:50.713" v="94" actId="1076"/>
          <ac:spMkLst>
            <pc:docMk/>
            <pc:sldMk cId="0" sldId="258"/>
            <ac:spMk id="2" creationId="{00000000-0000-0000-0000-000000000000}"/>
          </ac:spMkLst>
        </pc:spChg>
        <pc:spChg chg="del">
          <ac:chgData name="Pedro Bodega" userId="3bba64922e12e504" providerId="LiveId" clId="{29A83562-6F1F-44B2-95F9-633A76B40563}" dt="2026-05-07T02:24:36.290" v="87" actId="478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Pedro Bodega" userId="3bba64922e12e504" providerId="LiveId" clId="{29A83562-6F1F-44B2-95F9-633A76B40563}" dt="2026-05-07T02:37:08.904" v="702"/>
          <ac:spMkLst>
            <pc:docMk/>
            <pc:sldMk cId="0" sldId="258"/>
            <ac:spMk id="22" creationId="{BDF37B24-123A-9CD2-AC20-8483B5D86582}"/>
          </ac:spMkLst>
        </pc:spChg>
        <pc:picChg chg="mod">
          <ac:chgData name="Pedro Bodega" userId="3bba64922e12e504" providerId="LiveId" clId="{29A83562-6F1F-44B2-95F9-633A76B40563}" dt="2026-05-07T02:24:56.933" v="98" actId="1076"/>
          <ac:picMkLst>
            <pc:docMk/>
            <pc:sldMk cId="0" sldId="258"/>
            <ac:picMk id="4" creationId="{00000000-0000-0000-0000-000000000000}"/>
          </ac:picMkLst>
        </pc:picChg>
      </pc:sldChg>
      <pc:sldChg chg="addSp delSp modSp mod">
        <pc:chgData name="Pedro Bodega" userId="3bba64922e12e504" providerId="LiveId" clId="{29A83562-6F1F-44B2-95F9-633A76B40563}" dt="2026-05-07T02:37:09.582" v="703"/>
        <pc:sldMkLst>
          <pc:docMk/>
          <pc:sldMk cId="0" sldId="259"/>
        </pc:sldMkLst>
        <pc:spChg chg="mod">
          <ac:chgData name="Pedro Bodega" userId="3bba64922e12e504" providerId="LiveId" clId="{29A83562-6F1F-44B2-95F9-633A76B40563}" dt="2026-05-07T02:23:45.895" v="31" actId="403"/>
          <ac:spMkLst>
            <pc:docMk/>
            <pc:sldMk cId="0" sldId="259"/>
            <ac:spMk id="2" creationId="{00000000-0000-0000-0000-000000000000}"/>
          </ac:spMkLst>
        </pc:spChg>
        <pc:spChg chg="del">
          <ac:chgData name="Pedro Bodega" userId="3bba64922e12e504" providerId="LiveId" clId="{29A83562-6F1F-44B2-95F9-633A76B40563}" dt="2026-05-07T02:23:47.010" v="32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Pedro Bodega" userId="3bba64922e12e504" providerId="LiveId" clId="{29A83562-6F1F-44B2-95F9-633A76B40563}" dt="2026-05-07T02:25:01.282" v="99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Pedro Bodega" userId="3bba64922e12e504" providerId="LiveId" clId="{29A83562-6F1F-44B2-95F9-633A76B40563}" dt="2026-05-07T02:25:40.788" v="120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Pedro Bodega" userId="3bba64922e12e504" providerId="LiveId" clId="{29A83562-6F1F-44B2-95F9-633A76B40563}" dt="2026-05-07T02:23:51.993" v="34" actId="14100"/>
          <ac:spMkLst>
            <pc:docMk/>
            <pc:sldMk cId="0" sldId="259"/>
            <ac:spMk id="8" creationId="{00000000-0000-0000-0000-000000000000}"/>
          </ac:spMkLst>
        </pc:spChg>
        <pc:spChg chg="mod">
          <ac:chgData name="Pedro Bodega" userId="3bba64922e12e504" providerId="LiveId" clId="{29A83562-6F1F-44B2-95F9-633A76B40563}" dt="2026-05-07T02:23:57.351" v="36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Pedro Bodega" userId="3bba64922e12e504" providerId="LiveId" clId="{29A83562-6F1F-44B2-95F9-633A76B40563}" dt="2026-05-07T02:23:53.872" v="35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Pedro Bodega" userId="3bba64922e12e504" providerId="LiveId" clId="{29A83562-6F1F-44B2-95F9-633A76B40563}" dt="2026-05-07T02:26:24.133" v="215" actId="20577"/>
          <ac:spMkLst>
            <pc:docMk/>
            <pc:sldMk cId="0" sldId="259"/>
            <ac:spMk id="11" creationId="{00000000-0000-0000-0000-000000000000}"/>
          </ac:spMkLst>
        </pc:spChg>
        <pc:spChg chg="del">
          <ac:chgData name="Pedro Bodega" userId="3bba64922e12e504" providerId="LiveId" clId="{29A83562-6F1F-44B2-95F9-633A76B40563}" dt="2026-05-07T02:23:17.063" v="4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Pedro Bodega" userId="3bba64922e12e504" providerId="LiveId" clId="{29A83562-6F1F-44B2-95F9-633A76B40563}" dt="2026-05-07T02:23:18.306" v="5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Pedro Bodega" userId="3bba64922e12e504" providerId="LiveId" clId="{29A83562-6F1F-44B2-95F9-633A76B40563}" dt="2026-05-07T02:23:18.306" v="5" actId="478"/>
          <ac:spMkLst>
            <pc:docMk/>
            <pc:sldMk cId="0" sldId="259"/>
            <ac:spMk id="14" creationId="{00000000-0000-0000-0000-000000000000}"/>
          </ac:spMkLst>
        </pc:spChg>
        <pc:spChg chg="del mod">
          <ac:chgData name="Pedro Bodega" userId="3bba64922e12e504" providerId="LiveId" clId="{29A83562-6F1F-44B2-95F9-633A76B40563}" dt="2026-05-07T02:23:20.313" v="7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Pedro Bodega" userId="3bba64922e12e504" providerId="LiveId" clId="{29A83562-6F1F-44B2-95F9-633A76B40563}" dt="2026-05-07T02:26:28.335" v="216" actId="478"/>
          <ac:spMkLst>
            <pc:docMk/>
            <pc:sldMk cId="0" sldId="259"/>
            <ac:spMk id="16" creationId="{00000000-0000-0000-0000-000000000000}"/>
          </ac:spMkLst>
        </pc:spChg>
        <pc:spChg chg="add mod">
          <ac:chgData name="Pedro Bodega" userId="3bba64922e12e504" providerId="LiveId" clId="{29A83562-6F1F-44B2-95F9-633A76B40563}" dt="2026-05-07T02:37:09.582" v="703"/>
          <ac:spMkLst>
            <pc:docMk/>
            <pc:sldMk cId="0" sldId="259"/>
            <ac:spMk id="19" creationId="{ACC88DA7-441A-40A1-7029-90DBC3A29053}"/>
          </ac:spMkLst>
        </pc:spChg>
      </pc:sldChg>
      <pc:sldChg chg="addSp delSp modSp mod">
        <pc:chgData name="Pedro Bodega" userId="3bba64922e12e504" providerId="LiveId" clId="{29A83562-6F1F-44B2-95F9-633A76B40563}" dt="2026-05-07T02:37:10.696" v="704"/>
        <pc:sldMkLst>
          <pc:docMk/>
          <pc:sldMk cId="0" sldId="260"/>
        </pc:sldMkLst>
        <pc:spChg chg="mod">
          <ac:chgData name="Pedro Bodega" userId="3bba64922e12e504" providerId="LiveId" clId="{29A83562-6F1F-44B2-95F9-633A76B40563}" dt="2026-05-07T02:26:48.676" v="221" actId="403"/>
          <ac:spMkLst>
            <pc:docMk/>
            <pc:sldMk cId="0" sldId="260"/>
            <ac:spMk id="2" creationId="{00000000-0000-0000-0000-000000000000}"/>
          </ac:spMkLst>
        </pc:spChg>
        <pc:spChg chg="del">
          <ac:chgData name="Pedro Bodega" userId="3bba64922e12e504" providerId="LiveId" clId="{29A83562-6F1F-44B2-95F9-633A76B40563}" dt="2026-05-07T02:26:46.475" v="218" actId="478"/>
          <ac:spMkLst>
            <pc:docMk/>
            <pc:sldMk cId="0" sldId="260"/>
            <ac:spMk id="3" creationId="{00000000-0000-0000-0000-000000000000}"/>
          </ac:spMkLst>
        </pc:spChg>
        <pc:spChg chg="del">
          <ac:chgData name="Pedro Bodega" userId="3bba64922e12e504" providerId="LiveId" clId="{29A83562-6F1F-44B2-95F9-633A76B40563}" dt="2026-05-07T02:26:54.210" v="225" actId="478"/>
          <ac:spMkLst>
            <pc:docMk/>
            <pc:sldMk cId="0" sldId="260"/>
            <ac:spMk id="15" creationId="{00000000-0000-0000-0000-000000000000}"/>
          </ac:spMkLst>
        </pc:spChg>
        <pc:spChg chg="add mod">
          <ac:chgData name="Pedro Bodega" userId="3bba64922e12e504" providerId="LiveId" clId="{29A83562-6F1F-44B2-95F9-633A76B40563}" dt="2026-05-07T02:37:10.696" v="704"/>
          <ac:spMkLst>
            <pc:docMk/>
            <pc:sldMk cId="0" sldId="260"/>
            <ac:spMk id="18" creationId="{85DEA898-4C9F-1845-B5CA-7F027A0E026B}"/>
          </ac:spMkLst>
        </pc:spChg>
        <pc:picChg chg="mod">
          <ac:chgData name="Pedro Bodega" userId="3bba64922e12e504" providerId="LiveId" clId="{29A83562-6F1F-44B2-95F9-633A76B40563}" dt="2026-05-07T02:27:01.453" v="228" actId="208"/>
          <ac:picMkLst>
            <pc:docMk/>
            <pc:sldMk cId="0" sldId="260"/>
            <ac:picMk id="4" creationId="{00000000-0000-0000-0000-000000000000}"/>
          </ac:picMkLst>
        </pc:picChg>
      </pc:sldChg>
      <pc:sldChg chg="addSp delSp modSp mod">
        <pc:chgData name="Pedro Bodega" userId="3bba64922e12e504" providerId="LiveId" clId="{29A83562-6F1F-44B2-95F9-633A76B40563}" dt="2026-05-07T02:37:11.812" v="705"/>
        <pc:sldMkLst>
          <pc:docMk/>
          <pc:sldMk cId="0" sldId="261"/>
        </pc:sldMkLst>
        <pc:spChg chg="mod">
          <ac:chgData name="Pedro Bodega" userId="3bba64922e12e504" providerId="LiveId" clId="{29A83562-6F1F-44B2-95F9-633A76B40563}" dt="2026-05-07T02:27:14.233" v="229" actId="1076"/>
          <ac:spMkLst>
            <pc:docMk/>
            <pc:sldMk cId="0" sldId="261"/>
            <ac:spMk id="2" creationId="{00000000-0000-0000-0000-000000000000}"/>
          </ac:spMkLst>
        </pc:spChg>
        <pc:spChg chg="add del">
          <ac:chgData name="Pedro Bodega" userId="3bba64922e12e504" providerId="LiveId" clId="{29A83562-6F1F-44B2-95F9-633A76B40563}" dt="2026-05-07T02:27:55.334" v="233" actId="478"/>
          <ac:spMkLst>
            <pc:docMk/>
            <pc:sldMk cId="0" sldId="261"/>
            <ac:spMk id="4" creationId="{00000000-0000-0000-0000-000000000000}"/>
          </ac:spMkLst>
        </pc:spChg>
        <pc:spChg chg="mod">
          <ac:chgData name="Pedro Bodega" userId="3bba64922e12e504" providerId="LiveId" clId="{29A83562-6F1F-44B2-95F9-633A76B40563}" dt="2026-05-07T02:28:51.065" v="294" actId="403"/>
          <ac:spMkLst>
            <pc:docMk/>
            <pc:sldMk cId="0" sldId="261"/>
            <ac:spMk id="5" creationId="{00000000-0000-0000-0000-000000000000}"/>
          </ac:spMkLst>
        </pc:spChg>
        <pc:spChg chg="mod">
          <ac:chgData name="Pedro Bodega" userId="3bba64922e12e504" providerId="LiveId" clId="{29A83562-6F1F-44B2-95F9-633A76B40563}" dt="2026-05-07T02:30:46.462" v="440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Pedro Bodega" userId="3bba64922e12e504" providerId="LiveId" clId="{29A83562-6F1F-44B2-95F9-633A76B40563}" dt="2026-05-07T02:30:29.089" v="430" actId="403"/>
          <ac:spMkLst>
            <pc:docMk/>
            <pc:sldMk cId="0" sldId="261"/>
            <ac:spMk id="7" creationId="{00000000-0000-0000-0000-000000000000}"/>
          </ac:spMkLst>
        </pc:spChg>
        <pc:spChg chg="del">
          <ac:chgData name="Pedro Bodega" userId="3bba64922e12e504" providerId="LiveId" clId="{29A83562-6F1F-44B2-95F9-633A76B40563}" dt="2026-05-07T02:28:05.807" v="239" actId="478"/>
          <ac:spMkLst>
            <pc:docMk/>
            <pc:sldMk cId="0" sldId="261"/>
            <ac:spMk id="8" creationId="{00000000-0000-0000-0000-000000000000}"/>
          </ac:spMkLst>
        </pc:spChg>
        <pc:spChg chg="del mod">
          <ac:chgData name="Pedro Bodega" userId="3bba64922e12e504" providerId="LiveId" clId="{29A83562-6F1F-44B2-95F9-633A76B40563}" dt="2026-05-07T02:28:06.871" v="240" actId="478"/>
          <ac:spMkLst>
            <pc:docMk/>
            <pc:sldMk cId="0" sldId="261"/>
            <ac:spMk id="9" creationId="{00000000-0000-0000-0000-000000000000}"/>
          </ac:spMkLst>
        </pc:spChg>
        <pc:spChg chg="del">
          <ac:chgData name="Pedro Bodega" userId="3bba64922e12e504" providerId="LiveId" clId="{29A83562-6F1F-44B2-95F9-633A76B40563}" dt="2026-05-07T02:28:00.577" v="237" actId="47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Pedro Bodega" userId="3bba64922e12e504" providerId="LiveId" clId="{29A83562-6F1F-44B2-95F9-633A76B40563}" dt="2026-05-07T02:27:59.292" v="236" actId="478"/>
          <ac:spMkLst>
            <pc:docMk/>
            <pc:sldMk cId="0" sldId="261"/>
            <ac:spMk id="11" creationId="{00000000-0000-0000-0000-000000000000}"/>
          </ac:spMkLst>
        </pc:spChg>
        <pc:spChg chg="add del">
          <ac:chgData name="Pedro Bodega" userId="3bba64922e12e504" providerId="LiveId" clId="{29A83562-6F1F-44B2-95F9-633A76B40563}" dt="2026-05-07T02:27:57.389" v="235" actId="478"/>
          <ac:spMkLst>
            <pc:docMk/>
            <pc:sldMk cId="0" sldId="261"/>
            <ac:spMk id="12" creationId="{00000000-0000-0000-0000-000000000000}"/>
          </ac:spMkLst>
        </pc:spChg>
        <pc:spChg chg="del">
          <ac:chgData name="Pedro Bodega" userId="3bba64922e12e504" providerId="LiveId" clId="{29A83562-6F1F-44B2-95F9-633A76B40563}" dt="2026-05-07T02:27:49.964" v="230" actId="478"/>
          <ac:spMkLst>
            <pc:docMk/>
            <pc:sldMk cId="0" sldId="261"/>
            <ac:spMk id="13" creationId="{00000000-0000-0000-0000-000000000000}"/>
          </ac:spMkLst>
        </pc:spChg>
        <pc:spChg chg="mod">
          <ac:chgData name="Pedro Bodega" userId="3bba64922e12e504" providerId="LiveId" clId="{29A83562-6F1F-44B2-95F9-633A76B40563}" dt="2026-05-07T02:30:44.501" v="439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Pedro Bodega" userId="3bba64922e12e504" providerId="LiveId" clId="{29A83562-6F1F-44B2-95F9-633A76B40563}" dt="2026-05-07T02:30:39.047" v="438" actId="404"/>
          <ac:spMkLst>
            <pc:docMk/>
            <pc:sldMk cId="0" sldId="261"/>
            <ac:spMk id="15" creationId="{00000000-0000-0000-0000-000000000000}"/>
          </ac:spMkLst>
        </pc:spChg>
        <pc:spChg chg="mod">
          <ac:chgData name="Pedro Bodega" userId="3bba64922e12e504" providerId="LiveId" clId="{29A83562-6F1F-44B2-95F9-633A76B40563}" dt="2026-05-07T02:28:54.369" v="297" actId="403"/>
          <ac:spMkLst>
            <pc:docMk/>
            <pc:sldMk cId="0" sldId="261"/>
            <ac:spMk id="17" creationId="{00000000-0000-0000-0000-000000000000}"/>
          </ac:spMkLst>
        </pc:spChg>
        <pc:spChg chg="add mod">
          <ac:chgData name="Pedro Bodega" userId="3bba64922e12e504" providerId="LiveId" clId="{29A83562-6F1F-44B2-95F9-633A76B40563}" dt="2026-05-07T02:37:11.812" v="705"/>
          <ac:spMkLst>
            <pc:docMk/>
            <pc:sldMk cId="0" sldId="261"/>
            <ac:spMk id="29" creationId="{5FC8315C-F8CD-BD18-CAA2-355989A8DF0F}"/>
          </ac:spMkLst>
        </pc:spChg>
      </pc:sldChg>
      <pc:sldChg chg="addSp delSp modSp mod">
        <pc:chgData name="Pedro Bodega" userId="3bba64922e12e504" providerId="LiveId" clId="{29A83562-6F1F-44B2-95F9-633A76B40563}" dt="2026-05-07T02:37:12.772" v="706"/>
        <pc:sldMkLst>
          <pc:docMk/>
          <pc:sldMk cId="0" sldId="262"/>
        </pc:sldMkLst>
        <pc:spChg chg="mod">
          <ac:chgData name="Pedro Bodega" userId="3bba64922e12e504" providerId="LiveId" clId="{29A83562-6F1F-44B2-95F9-633A76B40563}" dt="2026-05-07T02:31:10.473" v="446" actId="1076"/>
          <ac:spMkLst>
            <pc:docMk/>
            <pc:sldMk cId="0" sldId="262"/>
            <ac:spMk id="2" creationId="{00000000-0000-0000-0000-000000000000}"/>
          </ac:spMkLst>
        </pc:spChg>
        <pc:spChg chg="del">
          <ac:chgData name="Pedro Bodega" userId="3bba64922e12e504" providerId="LiveId" clId="{29A83562-6F1F-44B2-95F9-633A76B40563}" dt="2026-05-07T02:31:11.781" v="447" actId="478"/>
          <ac:spMkLst>
            <pc:docMk/>
            <pc:sldMk cId="0" sldId="262"/>
            <ac:spMk id="3" creationId="{00000000-0000-0000-0000-000000000000}"/>
          </ac:spMkLst>
        </pc:spChg>
        <pc:spChg chg="del mod">
          <ac:chgData name="Pedro Bodega" userId="3bba64922e12e504" providerId="LiveId" clId="{29A83562-6F1F-44B2-95F9-633A76B40563}" dt="2026-05-07T02:31:01.178" v="442" actId="478"/>
          <ac:spMkLst>
            <pc:docMk/>
            <pc:sldMk cId="0" sldId="262"/>
            <ac:spMk id="22" creationId="{00000000-0000-0000-0000-000000000000}"/>
          </ac:spMkLst>
        </pc:spChg>
        <pc:spChg chg="add mod">
          <ac:chgData name="Pedro Bodega" userId="3bba64922e12e504" providerId="LiveId" clId="{29A83562-6F1F-44B2-95F9-633A76B40563}" dt="2026-05-07T02:37:12.772" v="706"/>
          <ac:spMkLst>
            <pc:docMk/>
            <pc:sldMk cId="0" sldId="262"/>
            <ac:spMk id="25" creationId="{8E6DFC7D-FBCD-8CC7-9F67-1E8300630158}"/>
          </ac:spMkLst>
        </pc:spChg>
        <pc:picChg chg="mod">
          <ac:chgData name="Pedro Bodega" userId="3bba64922e12e504" providerId="LiveId" clId="{29A83562-6F1F-44B2-95F9-633A76B40563}" dt="2026-05-07T02:33:28.188" v="479" actId="1076"/>
          <ac:picMkLst>
            <pc:docMk/>
            <pc:sldMk cId="0" sldId="262"/>
            <ac:picMk id="4" creationId="{00000000-0000-0000-0000-000000000000}"/>
          </ac:picMkLst>
        </pc:picChg>
      </pc:sldChg>
      <pc:sldChg chg="addSp delSp modSp mod">
        <pc:chgData name="Pedro Bodega" userId="3bba64922e12e504" providerId="LiveId" clId="{29A83562-6F1F-44B2-95F9-633A76B40563}" dt="2026-05-07T02:37:32.858" v="713" actId="14100"/>
        <pc:sldMkLst>
          <pc:docMk/>
          <pc:sldMk cId="0" sldId="263"/>
        </pc:sldMkLst>
        <pc:spChg chg="mod">
          <ac:chgData name="Pedro Bodega" userId="3bba64922e12e504" providerId="LiveId" clId="{29A83562-6F1F-44B2-95F9-633A76B40563}" dt="2026-05-07T02:37:32.858" v="713" actId="14100"/>
          <ac:spMkLst>
            <pc:docMk/>
            <pc:sldMk cId="0" sldId="263"/>
            <ac:spMk id="2" creationId="{00000000-0000-0000-0000-000000000000}"/>
          </ac:spMkLst>
        </pc:spChg>
        <pc:spChg chg="del mod">
          <ac:chgData name="Pedro Bodega" userId="3bba64922e12e504" providerId="LiveId" clId="{29A83562-6F1F-44B2-95F9-633A76B40563}" dt="2026-05-07T02:37:27.287" v="710" actId="478"/>
          <ac:spMkLst>
            <pc:docMk/>
            <pc:sldMk cId="0" sldId="263"/>
            <ac:spMk id="3" creationId="{00000000-0000-0000-0000-000000000000}"/>
          </ac:spMkLst>
        </pc:spChg>
        <pc:spChg chg="del">
          <ac:chgData name="Pedro Bodega" userId="3bba64922e12e504" providerId="LiveId" clId="{29A83562-6F1F-44B2-95F9-633A76B40563}" dt="2026-05-07T02:32:00.609" v="462" actId="478"/>
          <ac:spMkLst>
            <pc:docMk/>
            <pc:sldMk cId="0" sldId="263"/>
            <ac:spMk id="5" creationId="{00000000-0000-0000-0000-000000000000}"/>
          </ac:spMkLst>
        </pc:spChg>
        <pc:spChg chg="del">
          <ac:chgData name="Pedro Bodega" userId="3bba64922e12e504" providerId="LiveId" clId="{29A83562-6F1F-44B2-95F9-633A76B40563}" dt="2026-05-07T02:31:59.872" v="461" actId="478"/>
          <ac:spMkLst>
            <pc:docMk/>
            <pc:sldMk cId="0" sldId="263"/>
            <ac:spMk id="6" creationId="{00000000-0000-0000-0000-000000000000}"/>
          </ac:spMkLst>
        </pc:spChg>
        <pc:spChg chg="del">
          <ac:chgData name="Pedro Bodega" userId="3bba64922e12e504" providerId="LiveId" clId="{29A83562-6F1F-44B2-95F9-633A76B40563}" dt="2026-05-07T02:31:59.110" v="460" actId="478"/>
          <ac:spMkLst>
            <pc:docMk/>
            <pc:sldMk cId="0" sldId="263"/>
            <ac:spMk id="7" creationId="{00000000-0000-0000-0000-000000000000}"/>
          </ac:spMkLst>
        </pc:spChg>
        <pc:spChg chg="add mod">
          <ac:chgData name="Pedro Bodega" userId="3bba64922e12e504" providerId="LiveId" clId="{29A83562-6F1F-44B2-95F9-633A76B40563}" dt="2026-05-07T02:37:14.039" v="707"/>
          <ac:spMkLst>
            <pc:docMk/>
            <pc:sldMk cId="0" sldId="263"/>
            <ac:spMk id="10" creationId="{94277EE6-2DEE-4D27-5FD6-D843CAA74377}"/>
          </ac:spMkLst>
        </pc:spChg>
        <pc:picChg chg="mod">
          <ac:chgData name="Pedro Bodega" userId="3bba64922e12e504" providerId="LiveId" clId="{29A83562-6F1F-44B2-95F9-633A76B40563}" dt="2026-05-07T02:32:16.467" v="463" actId="1076"/>
          <ac:picMkLst>
            <pc:docMk/>
            <pc:sldMk cId="0" sldId="263"/>
            <ac:picMk id="4" creationId="{00000000-0000-0000-0000-000000000000}"/>
          </ac:picMkLst>
        </pc:picChg>
      </pc:sldChg>
      <pc:sldChg chg="addSp delSp modSp mod">
        <pc:chgData name="Pedro Bodega" userId="3bba64922e12e504" providerId="LiveId" clId="{29A83562-6F1F-44B2-95F9-633A76B40563}" dt="2026-05-07T02:37:50.265" v="717" actId="1076"/>
        <pc:sldMkLst>
          <pc:docMk/>
          <pc:sldMk cId="0" sldId="264"/>
        </pc:sldMkLst>
        <pc:spChg chg="mod">
          <ac:chgData name="Pedro Bodega" userId="3bba64922e12e504" providerId="LiveId" clId="{29A83562-6F1F-44B2-95F9-633A76B40563}" dt="2026-05-07T02:37:45.658" v="714" actId="1076"/>
          <ac:spMkLst>
            <pc:docMk/>
            <pc:sldMk cId="0" sldId="264"/>
            <ac:spMk id="2" creationId="{00000000-0000-0000-0000-000000000000}"/>
          </ac:spMkLst>
        </pc:spChg>
        <pc:spChg chg="del">
          <ac:chgData name="Pedro Bodega" userId="3bba64922e12e504" providerId="LiveId" clId="{29A83562-6F1F-44B2-95F9-633A76B40563}" dt="2026-05-07T02:32:27.202" v="468" actId="478"/>
          <ac:spMkLst>
            <pc:docMk/>
            <pc:sldMk cId="0" sldId="264"/>
            <ac:spMk id="3" creationId="{00000000-0000-0000-0000-000000000000}"/>
          </ac:spMkLst>
        </pc:spChg>
        <pc:spChg chg="del">
          <ac:chgData name="Pedro Bodega" userId="3bba64922e12e504" providerId="LiveId" clId="{29A83562-6F1F-44B2-95F9-633A76B40563}" dt="2026-05-07T02:32:34.636" v="469" actId="478"/>
          <ac:spMkLst>
            <pc:docMk/>
            <pc:sldMk cId="0" sldId="264"/>
            <ac:spMk id="5" creationId="{00000000-0000-0000-0000-000000000000}"/>
          </ac:spMkLst>
        </pc:spChg>
        <pc:spChg chg="del">
          <ac:chgData name="Pedro Bodega" userId="3bba64922e12e504" providerId="LiveId" clId="{29A83562-6F1F-44B2-95F9-633A76B40563}" dt="2026-05-07T02:32:35.554" v="470" actId="478"/>
          <ac:spMkLst>
            <pc:docMk/>
            <pc:sldMk cId="0" sldId="264"/>
            <ac:spMk id="6" creationId="{00000000-0000-0000-0000-000000000000}"/>
          </ac:spMkLst>
        </pc:spChg>
        <pc:spChg chg="add mod">
          <ac:chgData name="Pedro Bodega" userId="3bba64922e12e504" providerId="LiveId" clId="{29A83562-6F1F-44B2-95F9-633A76B40563}" dt="2026-05-07T02:37:15.209" v="708"/>
          <ac:spMkLst>
            <pc:docMk/>
            <pc:sldMk cId="0" sldId="264"/>
            <ac:spMk id="9" creationId="{1288FA23-7851-31F1-84F7-533EADDBB9A8}"/>
          </ac:spMkLst>
        </pc:spChg>
        <pc:picChg chg="mod">
          <ac:chgData name="Pedro Bodega" userId="3bba64922e12e504" providerId="LiveId" clId="{29A83562-6F1F-44B2-95F9-633A76B40563}" dt="2026-05-07T02:37:50.265" v="717" actId="1076"/>
          <ac:picMkLst>
            <pc:docMk/>
            <pc:sldMk cId="0" sldId="264"/>
            <ac:picMk id="4" creationId="{00000000-0000-0000-0000-000000000000}"/>
          </ac:picMkLst>
        </pc:picChg>
      </pc:sldChg>
      <pc:sldChg chg="modSp mod">
        <pc:chgData name="Pedro Bodega" userId="3bba64922e12e504" providerId="LiveId" clId="{29A83562-6F1F-44B2-95F9-633A76B40563}" dt="2026-05-07T02:36:35.075" v="698" actId="20577"/>
        <pc:sldMkLst>
          <pc:docMk/>
          <pc:sldMk cId="0" sldId="265"/>
        </pc:sldMkLst>
        <pc:spChg chg="mod">
          <ac:chgData name="Pedro Bodega" userId="3bba64922e12e504" providerId="LiveId" clId="{29A83562-6F1F-44B2-95F9-633A76B40563}" dt="2026-05-07T02:36:35.075" v="698" actId="20577"/>
          <ac:spMkLst>
            <pc:docMk/>
            <pc:sldMk cId="0" sldId="265"/>
            <ac:spMk id="2" creationId="{00000000-0000-0000-0000-000000000000}"/>
          </ac:spMkLst>
        </pc:spChg>
      </pc:sldChg>
      <pc:sldChg chg="new del">
        <pc:chgData name="Pedro Bodega" userId="3bba64922e12e504" providerId="LiveId" clId="{29A83562-6F1F-44B2-95F9-633A76B40563}" dt="2026-05-07T02:37:06.103" v="700" actId="47"/>
        <pc:sldMkLst>
          <pc:docMk/>
          <pc:sldMk cId="1969881381" sldId="266"/>
        </pc:sldMkLst>
      </pc:sldChg>
    </pc:docChg>
  </pc:docChgLst>
  <pc:docChgLst>
    <pc:chgData name="Pedro Bodega" userId="3bba64922e12e504" providerId="LiveId" clId="{FCE255F8-CBB8-4542-831E-D6D637C6EA9A}"/>
    <pc:docChg chg="undo redo custSel addSld delSld modSld sldOrd modMainMaster">
      <pc:chgData name="Pedro Bodega" userId="3bba64922e12e504" providerId="LiveId" clId="{FCE255F8-CBB8-4542-831E-D6D637C6EA9A}" dt="2025-06-17T14:06:04.171" v="353" actId="47"/>
      <pc:docMkLst>
        <pc:docMk/>
      </pc:docMkLst>
      <pc:sldChg chg="modSp del mod">
        <pc:chgData name="Pedro Bodega" userId="3bba64922e12e504" providerId="LiveId" clId="{FCE255F8-CBB8-4542-831E-D6D637C6EA9A}" dt="2025-06-17T09:06:44.940" v="108" actId="47"/>
        <pc:sldMkLst>
          <pc:docMk/>
          <pc:sldMk cId="2129369298" sldId="258"/>
        </pc:sldMkLst>
        <pc:spChg chg="mod">
          <ac:chgData name="Pedro Bodega" userId="3bba64922e12e504" providerId="LiveId" clId="{FCE255F8-CBB8-4542-831E-D6D637C6EA9A}" dt="2025-06-17T09:06:22.710" v="104" actId="1076"/>
          <ac:spMkLst>
            <pc:docMk/>
            <pc:sldMk cId="2129369298" sldId="258"/>
            <ac:spMk id="2" creationId="{013B06F0-4EBE-5357-7271-DC4711676971}"/>
          </ac:spMkLst>
        </pc:spChg>
      </pc:sldChg>
      <pc:sldChg chg="modSp new del mod">
        <pc:chgData name="Pedro Bodega" userId="3bba64922e12e504" providerId="LiveId" clId="{FCE255F8-CBB8-4542-831E-D6D637C6EA9A}" dt="2025-06-17T12:41:47.537" v="223" actId="47"/>
        <pc:sldMkLst>
          <pc:docMk/>
          <pc:sldMk cId="1417176340" sldId="259"/>
        </pc:sldMkLst>
        <pc:spChg chg="mod">
          <ac:chgData name="Pedro Bodega" userId="3bba64922e12e504" providerId="LiveId" clId="{FCE255F8-CBB8-4542-831E-D6D637C6EA9A}" dt="2025-06-17T12:41:09.514" v="216" actId="14100"/>
          <ac:spMkLst>
            <pc:docMk/>
            <pc:sldMk cId="1417176340" sldId="259"/>
            <ac:spMk id="2" creationId="{F664AFDC-EDF0-D231-0C85-E35D8D981A22}"/>
          </ac:spMkLst>
        </pc:spChg>
      </pc:sldChg>
      <pc:sldChg chg="del">
        <pc:chgData name="Pedro Bodega" userId="3bba64922e12e504" providerId="LiveId" clId="{FCE255F8-CBB8-4542-831E-D6D637C6EA9A}" dt="2025-06-17T06:41:04.083" v="49" actId="47"/>
        <pc:sldMkLst>
          <pc:docMk/>
          <pc:sldMk cId="1722958876" sldId="259"/>
        </pc:sldMkLst>
      </pc:sldChg>
      <pc:sldChg chg="del">
        <pc:chgData name="Pedro Bodega" userId="3bba64922e12e504" providerId="LiveId" clId="{FCE255F8-CBB8-4542-831E-D6D637C6EA9A}" dt="2025-06-17T06:41:03.066" v="48" actId="47"/>
        <pc:sldMkLst>
          <pc:docMk/>
          <pc:sldMk cId="915982935" sldId="260"/>
        </pc:sldMkLst>
      </pc:sldChg>
      <pc:sldChg chg="modSp new del mod">
        <pc:chgData name="Pedro Bodega" userId="3bba64922e12e504" providerId="LiveId" clId="{FCE255F8-CBB8-4542-831E-D6D637C6EA9A}" dt="2025-06-17T12:41:48.563" v="224" actId="47"/>
        <pc:sldMkLst>
          <pc:docMk/>
          <pc:sldMk cId="1771806984" sldId="260"/>
        </pc:sldMkLst>
        <pc:spChg chg="mod">
          <ac:chgData name="Pedro Bodega" userId="3bba64922e12e504" providerId="LiveId" clId="{FCE255F8-CBB8-4542-831E-D6D637C6EA9A}" dt="2025-06-17T12:40:55.466" v="215" actId="20577"/>
          <ac:spMkLst>
            <pc:docMk/>
            <pc:sldMk cId="1771806984" sldId="260"/>
            <ac:spMk id="2" creationId="{A89EE593-2D5A-80D9-A617-BEB11CDF7244}"/>
          </ac:spMkLst>
        </pc:spChg>
      </pc:sldChg>
      <pc:sldChg chg="new">
        <pc:chgData name="Pedro Bodega" userId="3bba64922e12e504" providerId="LiveId" clId="{FCE255F8-CBB8-4542-831E-D6D637C6EA9A}" dt="2025-06-17T06:41:28.898" v="52" actId="680"/>
        <pc:sldMkLst>
          <pc:docMk/>
          <pc:sldMk cId="920576013" sldId="261"/>
        </pc:sldMkLst>
      </pc:sldChg>
      <pc:sldChg chg="new del">
        <pc:chgData name="Pedro Bodega" userId="3bba64922e12e504" providerId="LiveId" clId="{FCE255F8-CBB8-4542-831E-D6D637C6EA9A}" dt="2025-06-17T09:06:35.229" v="106" actId="47"/>
        <pc:sldMkLst>
          <pc:docMk/>
          <pc:sldMk cId="683725782" sldId="262"/>
        </pc:sldMkLst>
      </pc:sldChg>
      <pc:sldChg chg="new">
        <pc:chgData name="Pedro Bodega" userId="3bba64922e12e504" providerId="LiveId" clId="{FCE255F8-CBB8-4542-831E-D6D637C6EA9A}" dt="2025-06-17T09:06:42.192" v="107" actId="680"/>
        <pc:sldMkLst>
          <pc:docMk/>
          <pc:sldMk cId="3443037718" sldId="262"/>
        </pc:sldMkLst>
      </pc:sldChg>
      <pc:sldChg chg="new del">
        <pc:chgData name="Pedro Bodega" userId="3bba64922e12e504" providerId="LiveId" clId="{FCE255F8-CBB8-4542-831E-D6D637C6EA9A}" dt="2025-06-17T12:41:18.622" v="218" actId="47"/>
        <pc:sldMkLst>
          <pc:docMk/>
          <pc:sldMk cId="1735743880" sldId="263"/>
        </pc:sldMkLst>
      </pc:sldChg>
      <pc:sldChg chg="new del ord modAnim">
        <pc:chgData name="Pedro Bodega" userId="3bba64922e12e504" providerId="LiveId" clId="{FCE255F8-CBB8-4542-831E-D6D637C6EA9A}" dt="2025-06-17T12:56:13.462" v="282" actId="47"/>
        <pc:sldMkLst>
          <pc:docMk/>
          <pc:sldMk cId="3925658047" sldId="263"/>
        </pc:sldMkLst>
      </pc:sldChg>
      <pc:sldChg chg="modSp new ord modAnim">
        <pc:chgData name="Pedro Bodega" userId="3bba64922e12e504" providerId="LiveId" clId="{FCE255F8-CBB8-4542-831E-D6D637C6EA9A}" dt="2025-06-17T13:48:21.324" v="347"/>
        <pc:sldMkLst>
          <pc:docMk/>
          <pc:sldMk cId="871464335" sldId="264"/>
        </pc:sldMkLst>
        <pc:spChg chg="mod">
          <ac:chgData name="Pedro Bodega" userId="3bba64922e12e504" providerId="LiveId" clId="{FCE255F8-CBB8-4542-831E-D6D637C6EA9A}" dt="2025-06-17T13:48:15.877" v="345" actId="5793"/>
          <ac:spMkLst>
            <pc:docMk/>
            <pc:sldMk cId="871464335" sldId="264"/>
            <ac:spMk id="2" creationId="{834025C3-791C-7977-E64C-5AB485980215}"/>
          </ac:spMkLst>
        </pc:spChg>
      </pc:sldChg>
      <pc:sldChg chg="new del">
        <pc:chgData name="Pedro Bodega" userId="3bba64922e12e504" providerId="LiveId" clId="{FCE255F8-CBB8-4542-831E-D6D637C6EA9A}" dt="2025-06-17T12:56:12.258" v="281" actId="47"/>
        <pc:sldMkLst>
          <pc:docMk/>
          <pc:sldMk cId="179612668" sldId="265"/>
        </pc:sldMkLst>
      </pc:sldChg>
      <pc:sldChg chg="modSp new del mod ord">
        <pc:chgData name="Pedro Bodega" userId="3bba64922e12e504" providerId="LiveId" clId="{FCE255F8-CBB8-4542-831E-D6D637C6EA9A}" dt="2025-06-17T12:56:51.155" v="311" actId="2696"/>
        <pc:sldMkLst>
          <pc:docMk/>
          <pc:sldMk cId="1552818623" sldId="265"/>
        </pc:sldMkLst>
        <pc:spChg chg="mod">
          <ac:chgData name="Pedro Bodega" userId="3bba64922e12e504" providerId="LiveId" clId="{FCE255F8-CBB8-4542-831E-D6D637C6EA9A}" dt="2025-06-17T12:56:31.621" v="309" actId="20577"/>
          <ac:spMkLst>
            <pc:docMk/>
            <pc:sldMk cId="1552818623" sldId="265"/>
            <ac:spMk id="2" creationId="{F8067C6C-142B-AF09-FABB-CE2B3E6952E6}"/>
          </ac:spMkLst>
        </pc:spChg>
      </pc:sldChg>
      <pc:sldChg chg="modSp new del mod modAnim">
        <pc:chgData name="Pedro Bodega" userId="3bba64922e12e504" providerId="LiveId" clId="{FCE255F8-CBB8-4542-831E-D6D637C6EA9A}" dt="2025-06-17T12:55:03.472" v="265" actId="680"/>
        <pc:sldMkLst>
          <pc:docMk/>
          <pc:sldMk cId="1802262645" sldId="265"/>
        </pc:sldMkLst>
        <pc:spChg chg="mod">
          <ac:chgData name="Pedro Bodega" userId="3bba64922e12e504" providerId="LiveId" clId="{FCE255F8-CBB8-4542-831E-D6D637C6EA9A}" dt="2025-06-17T12:55:03.281" v="264" actId="20577"/>
          <ac:spMkLst>
            <pc:docMk/>
            <pc:sldMk cId="1802262645" sldId="265"/>
            <ac:spMk id="2" creationId="{624A3DEE-B73E-5A7B-2E14-1BFEA7288BB4}"/>
          </ac:spMkLst>
        </pc:spChg>
      </pc:sldChg>
      <pc:sldChg chg="modSp new mod ord">
        <pc:chgData name="Pedro Bodega" userId="3bba64922e12e504" providerId="LiveId" clId="{FCE255F8-CBB8-4542-831E-D6D637C6EA9A}" dt="2025-06-17T12:57:10.745" v="342" actId="27636"/>
        <pc:sldMkLst>
          <pc:docMk/>
          <pc:sldMk cId="3813860300" sldId="265"/>
        </pc:sldMkLst>
        <pc:spChg chg="mod">
          <ac:chgData name="Pedro Bodega" userId="3bba64922e12e504" providerId="LiveId" clId="{FCE255F8-CBB8-4542-831E-D6D637C6EA9A}" dt="2025-06-17T12:57:10.745" v="342" actId="27636"/>
          <ac:spMkLst>
            <pc:docMk/>
            <pc:sldMk cId="3813860300" sldId="265"/>
            <ac:spMk id="2" creationId="{2505E3BE-D9A8-EEA6-7805-A1A67B41819B}"/>
          </ac:spMkLst>
        </pc:spChg>
      </pc:sldChg>
      <pc:sldChg chg="new del">
        <pc:chgData name="Pedro Bodega" userId="3bba64922e12e504" providerId="LiveId" clId="{FCE255F8-CBB8-4542-831E-D6D637C6EA9A}" dt="2025-06-17T14:05:54.768" v="349" actId="47"/>
        <pc:sldMkLst>
          <pc:docMk/>
          <pc:sldMk cId="141901742" sldId="266"/>
        </pc:sldMkLst>
      </pc:sldChg>
      <pc:sldChg chg="new del">
        <pc:chgData name="Pedro Bodega" userId="3bba64922e12e504" providerId="LiveId" clId="{FCE255F8-CBB8-4542-831E-D6D637C6EA9A}" dt="2025-06-17T14:05:58.997" v="351" actId="47"/>
        <pc:sldMkLst>
          <pc:docMk/>
          <pc:sldMk cId="2480804403" sldId="266"/>
        </pc:sldMkLst>
      </pc:sldChg>
      <pc:sldChg chg="new del">
        <pc:chgData name="Pedro Bodega" userId="3bba64922e12e504" providerId="LiveId" clId="{FCE255F8-CBB8-4542-831E-D6D637C6EA9A}" dt="2025-06-17T14:06:04.171" v="353" actId="47"/>
        <pc:sldMkLst>
          <pc:docMk/>
          <pc:sldMk cId="3256716820" sldId="266"/>
        </pc:sldMkLst>
      </pc:sldChg>
      <pc:sldMasterChg chg="addSp delSp modSp mod delSldLayout modSldLayout sldLayoutOrd">
        <pc:chgData name="Pedro Bodega" userId="3bba64922e12e504" providerId="LiveId" clId="{FCE255F8-CBB8-4542-831E-D6D637C6EA9A}" dt="2025-06-17T12:56:44.881" v="310" actId="12"/>
        <pc:sldMasterMkLst>
          <pc:docMk/>
          <pc:sldMasterMk cId="2926898407" sldId="2147483648"/>
        </pc:sldMasterMkLst>
        <pc:spChg chg="mod">
          <ac:chgData name="Pedro Bodega" userId="3bba64922e12e504" providerId="LiveId" clId="{FCE255F8-CBB8-4542-831E-D6D637C6EA9A}" dt="2025-06-17T09:05:52.995" v="102" actId="2711"/>
          <ac:spMkLst>
            <pc:docMk/>
            <pc:sldMasterMk cId="2926898407" sldId="2147483648"/>
            <ac:spMk id="2" creationId="{BE22E520-0431-423A-4B4A-6B3A8139DDAB}"/>
          </ac:spMkLst>
        </pc:spChg>
        <pc:spChg chg="mod">
          <ac:chgData name="Pedro Bodega" userId="3bba64922e12e504" providerId="LiveId" clId="{FCE255F8-CBB8-4542-831E-D6D637C6EA9A}" dt="2025-06-17T09:05:56.832" v="103" actId="2711"/>
          <ac:spMkLst>
            <pc:docMk/>
            <pc:sldMasterMk cId="2926898407" sldId="2147483648"/>
            <ac:spMk id="3" creationId="{5F14CCBA-5717-814C-6D8E-18E076CBD79C}"/>
          </ac:spMkLst>
        </pc:spChg>
        <pc:spChg chg="add mod">
          <ac:chgData name="Pedro Bodega" userId="3bba64922e12e504" providerId="LiveId" clId="{FCE255F8-CBB8-4542-831E-D6D637C6EA9A}" dt="2025-06-17T09:10:52.917" v="141" actId="208"/>
          <ac:spMkLst>
            <pc:docMk/>
            <pc:sldMasterMk cId="2926898407" sldId="2147483648"/>
            <ac:spMk id="6" creationId="{E9AAD5BF-6AAA-5475-494F-8E83EC8493C8}"/>
          </ac:spMkLst>
        </pc:spChg>
        <pc:spChg chg="mod">
          <ac:chgData name="Pedro Bodega" userId="3bba64922e12e504" providerId="LiveId" clId="{FCE255F8-CBB8-4542-831E-D6D637C6EA9A}" dt="2025-06-17T09:14:13.486" v="151" actId="1076"/>
          <ac:spMkLst>
            <pc:docMk/>
            <pc:sldMasterMk cId="2926898407" sldId="2147483648"/>
            <ac:spMk id="7" creationId="{2F125A67-3EF2-4D23-E1A0-E61A130AC7B1}"/>
          </ac:spMkLst>
        </pc:spChg>
        <pc:spChg chg="add mod">
          <ac:chgData name="Pedro Bodega" userId="3bba64922e12e504" providerId="LiveId" clId="{FCE255F8-CBB8-4542-831E-D6D637C6EA9A}" dt="2025-06-17T09:10:52.917" v="141" actId="208"/>
          <ac:spMkLst>
            <pc:docMk/>
            <pc:sldMasterMk cId="2926898407" sldId="2147483648"/>
            <ac:spMk id="8" creationId="{29D0FACC-06E6-5A4F-DEA4-73B727E20595}"/>
          </ac:spMkLst>
        </pc:spChg>
        <pc:spChg chg="mod">
          <ac:chgData name="Pedro Bodega" userId="3bba64922e12e504" providerId="LiveId" clId="{FCE255F8-CBB8-4542-831E-D6D637C6EA9A}" dt="2025-06-17T09:17:28.688" v="213" actId="20577"/>
          <ac:spMkLst>
            <pc:docMk/>
            <pc:sldMasterMk cId="2926898407" sldId="2147483648"/>
            <ac:spMk id="10" creationId="{C1220BA2-AD0E-0A4E-4100-E52995E5B8CC}"/>
          </ac:spMkLst>
        </pc:spChg>
        <pc:spChg chg="mod">
          <ac:chgData name="Pedro Bodega" userId="3bba64922e12e504" providerId="LiveId" clId="{FCE255F8-CBB8-4542-831E-D6D637C6EA9A}" dt="2025-06-17T09:14:24.333" v="152" actId="1076"/>
          <ac:spMkLst>
            <pc:docMk/>
            <pc:sldMasterMk cId="2926898407" sldId="2147483648"/>
            <ac:spMk id="15" creationId="{39527E30-B470-EEDB-4BEB-4E4D87BB9281}"/>
          </ac:spMkLst>
        </pc:spChg>
        <pc:spChg chg="mod">
          <ac:chgData name="Pedro Bodega" userId="3bba64922e12e504" providerId="LiveId" clId="{FCE255F8-CBB8-4542-831E-D6D637C6EA9A}" dt="2025-06-17T06:43:25.447" v="55" actId="1076"/>
          <ac:spMkLst>
            <pc:docMk/>
            <pc:sldMasterMk cId="2926898407" sldId="2147483648"/>
            <ac:spMk id="18" creationId="{670B15BE-F743-4293-4707-5D642A7913DC}"/>
          </ac:spMkLst>
        </pc:spChg>
        <pc:spChg chg="mod">
          <ac:chgData name="Pedro Bodega" userId="3bba64922e12e504" providerId="LiveId" clId="{FCE255F8-CBB8-4542-831E-D6D637C6EA9A}" dt="2025-06-17T09:07:29.373" v="109" actId="2711"/>
          <ac:spMkLst>
            <pc:docMk/>
            <pc:sldMasterMk cId="2926898407" sldId="2147483648"/>
            <ac:spMk id="19" creationId="{032E0F61-7226-5592-9C35-51BE6DF3F9D8}"/>
          </ac:spMkLst>
        </pc:spChg>
        <pc:spChg chg="mod">
          <ac:chgData name="Pedro Bodega" userId="3bba64922e12e504" providerId="LiveId" clId="{FCE255F8-CBB8-4542-831E-D6D637C6EA9A}" dt="2025-06-17T09:11:02.680" v="142" actId="208"/>
          <ac:spMkLst>
            <pc:docMk/>
            <pc:sldMasterMk cId="2926898407" sldId="2147483648"/>
            <ac:spMk id="21" creationId="{65768E1A-667F-F62B-096B-97F06A60475E}"/>
          </ac:spMkLst>
        </pc:spChg>
        <pc:spChg chg="mod">
          <ac:chgData name="Pedro Bodega" userId="3bba64922e12e504" providerId="LiveId" clId="{FCE255F8-CBB8-4542-831E-D6D637C6EA9A}" dt="2025-06-17T09:11:02.680" v="142" actId="208"/>
          <ac:spMkLst>
            <pc:docMk/>
            <pc:sldMasterMk cId="2926898407" sldId="2147483648"/>
            <ac:spMk id="22" creationId="{1210919C-B70E-DC6E-85C7-BCE15D011987}"/>
          </ac:spMkLst>
        </pc:spChg>
        <pc:picChg chg="add mod">
          <ac:chgData name="Pedro Bodega" userId="3bba64922e12e504" providerId="LiveId" clId="{FCE255F8-CBB8-4542-831E-D6D637C6EA9A}" dt="2025-06-17T09:09:43.906" v="135" actId="166"/>
          <ac:picMkLst>
            <pc:docMk/>
            <pc:sldMasterMk cId="2926898407" sldId="2147483648"/>
            <ac:picMk id="4" creationId="{86A8D64C-EEAF-FAE4-C3C6-736B8D60F1E0}"/>
          </ac:picMkLst>
        </pc:picChg>
        <pc:picChg chg="del">
          <ac:chgData name="Pedro Bodega" userId="3bba64922e12e504" providerId="LiveId" clId="{FCE255F8-CBB8-4542-831E-D6D637C6EA9A}" dt="2025-06-17T09:09:28.631" v="133" actId="478"/>
          <ac:picMkLst>
            <pc:docMk/>
            <pc:sldMasterMk cId="2926898407" sldId="2147483648"/>
            <ac:picMk id="20" creationId="{6113EA63-8A6E-0F0D-25F1-4C48CA271237}"/>
          </ac:picMkLst>
        </pc:picChg>
        <pc:cxnChg chg="add del">
          <ac:chgData name="Pedro Bodega" userId="3bba64922e12e504" providerId="LiveId" clId="{FCE255F8-CBB8-4542-831E-D6D637C6EA9A}" dt="2025-06-17T06:36:50.759" v="3" actId="11529"/>
          <ac:cxnSpMkLst>
            <pc:docMk/>
            <pc:sldMasterMk cId="2926898407" sldId="2147483648"/>
            <ac:cxnSpMk id="5" creationId="{6C841B4E-224C-46D5-A98C-27F5B7CDFF87}"/>
          </ac:cxnSpMkLst>
        </pc:cxnChg>
        <pc:sldLayoutChg chg="addSp delSp modSp mod">
          <pc:chgData name="Pedro Bodega" userId="3bba64922e12e504" providerId="LiveId" clId="{FCE255F8-CBB8-4542-831E-D6D637C6EA9A}" dt="2025-06-17T09:09:36.613" v="134" actId="166"/>
          <pc:sldLayoutMkLst>
            <pc:docMk/>
            <pc:sldMasterMk cId="2926898407" sldId="2147483648"/>
            <pc:sldLayoutMk cId="2520646957" sldId="2147483649"/>
          </pc:sldLayoutMkLst>
          <pc:spChg chg="add mod">
            <ac:chgData name="Pedro Bodega" userId="3bba64922e12e504" providerId="LiveId" clId="{FCE255F8-CBB8-4542-831E-D6D637C6EA9A}" dt="2025-06-17T09:00:47.026" v="67" actId="1076"/>
            <ac:spMkLst>
              <pc:docMk/>
              <pc:sldMasterMk cId="2926898407" sldId="2147483648"/>
              <pc:sldLayoutMk cId="2520646957" sldId="2147483649"/>
              <ac:spMk id="2" creationId="{EA83286D-ADAD-7EFE-BDAE-6FBC71C5F70F}"/>
            </ac:spMkLst>
          </pc:spChg>
          <pc:spChg chg="add">
            <ac:chgData name="Pedro Bodega" userId="3bba64922e12e504" providerId="LiveId" clId="{FCE255F8-CBB8-4542-831E-D6D637C6EA9A}" dt="2025-06-17T09:04:41.938" v="96"/>
            <ac:spMkLst>
              <pc:docMk/>
              <pc:sldMasterMk cId="2926898407" sldId="2147483648"/>
              <pc:sldLayoutMk cId="2520646957" sldId="2147483649"/>
              <ac:spMk id="3" creationId="{392A8E83-D4DC-C384-0F62-735399622A1D}"/>
            </ac:spMkLst>
          </pc:spChg>
          <pc:spChg chg="add">
            <ac:chgData name="Pedro Bodega" userId="3bba64922e12e504" providerId="LiveId" clId="{FCE255F8-CBB8-4542-831E-D6D637C6EA9A}" dt="2025-06-17T09:04:44.583" v="97"/>
            <ac:spMkLst>
              <pc:docMk/>
              <pc:sldMasterMk cId="2926898407" sldId="2147483648"/>
              <pc:sldLayoutMk cId="2520646957" sldId="2147483649"/>
              <ac:spMk id="4" creationId="{9438CB07-3397-0C01-5EDD-A7EB1F84AE63}"/>
            </ac:spMkLst>
          </pc:spChg>
          <pc:spChg chg="mod">
            <ac:chgData name="Pedro Bodega" userId="3bba64922e12e504" providerId="LiveId" clId="{FCE255F8-CBB8-4542-831E-D6D637C6EA9A}" dt="2025-06-17T09:01:46.626" v="94" actId="1076"/>
            <ac:spMkLst>
              <pc:docMk/>
              <pc:sldMasterMk cId="2926898407" sldId="2147483648"/>
              <pc:sldLayoutMk cId="2520646957" sldId="2147483649"/>
              <ac:spMk id="10" creationId="{36380E11-F245-9220-A229-BCC89DB72A07}"/>
            </ac:spMkLst>
          </pc:spChg>
          <pc:spChg chg="mod">
            <ac:chgData name="Pedro Bodega" userId="3bba64922e12e504" providerId="LiveId" clId="{FCE255F8-CBB8-4542-831E-D6D637C6EA9A}" dt="2025-06-17T09:05:16.555" v="101" actId="208"/>
            <ac:spMkLst>
              <pc:docMk/>
              <pc:sldMasterMk cId="2926898407" sldId="2147483648"/>
              <pc:sldLayoutMk cId="2520646957" sldId="2147483649"/>
              <ac:spMk id="16" creationId="{AEA1DF8F-6E40-3097-5D48-239400095E59}"/>
            </ac:spMkLst>
          </pc:spChg>
          <pc:spChg chg="mod">
            <ac:chgData name="Pedro Bodega" userId="3bba64922e12e504" providerId="LiveId" clId="{FCE255F8-CBB8-4542-831E-D6D637C6EA9A}" dt="2025-06-17T09:01:28.531" v="93" actId="404"/>
            <ac:spMkLst>
              <pc:docMk/>
              <pc:sldMasterMk cId="2926898407" sldId="2147483648"/>
              <pc:sldLayoutMk cId="2520646957" sldId="2147483649"/>
              <ac:spMk id="18" creationId="{60B38BD4-F820-C6DA-ED54-9134FB826459}"/>
            </ac:spMkLst>
          </pc:spChg>
          <pc:spChg chg="mod">
            <ac:chgData name="Pedro Bodega" userId="3bba64922e12e504" providerId="LiveId" clId="{FCE255F8-CBB8-4542-831E-D6D637C6EA9A}" dt="2025-06-17T09:05:13.811" v="100" actId="208"/>
            <ac:spMkLst>
              <pc:docMk/>
              <pc:sldMasterMk cId="2926898407" sldId="2147483648"/>
              <pc:sldLayoutMk cId="2520646957" sldId="2147483649"/>
              <ac:spMk id="21" creationId="{5A58D6B4-56F9-409C-9193-4F5069DF34CC}"/>
            </ac:spMkLst>
          </pc:spChg>
          <pc:picChg chg="del">
            <ac:chgData name="Pedro Bodega" userId="3bba64922e12e504" providerId="LiveId" clId="{FCE255F8-CBB8-4542-831E-D6D637C6EA9A}" dt="2025-06-17T09:08:44.434" v="119" actId="478"/>
            <ac:picMkLst>
              <pc:docMk/>
              <pc:sldMasterMk cId="2926898407" sldId="2147483648"/>
              <pc:sldLayoutMk cId="2520646957" sldId="2147483649"/>
              <ac:picMk id="13" creationId="{D2DC7D57-3F21-57E9-568A-073C3F70C63D}"/>
            </ac:picMkLst>
          </pc:picChg>
          <pc:picChg chg="mod">
            <ac:chgData name="Pedro Bodega" userId="3bba64922e12e504" providerId="LiveId" clId="{FCE255F8-CBB8-4542-831E-D6D637C6EA9A}" dt="2025-06-17T09:02:00.093" v="95" actId="1076"/>
            <ac:picMkLst>
              <pc:docMk/>
              <pc:sldMasterMk cId="2926898407" sldId="2147483648"/>
              <pc:sldLayoutMk cId="2520646957" sldId="2147483649"/>
              <ac:picMk id="19" creationId="{6DD53A77-8C04-7750-3E34-586DE177DACC}"/>
            </ac:picMkLst>
          </pc:picChg>
          <pc:picChg chg="add mod">
            <ac:chgData name="Pedro Bodega" userId="3bba64922e12e504" providerId="LiveId" clId="{FCE255F8-CBB8-4542-831E-D6D637C6EA9A}" dt="2025-06-17T09:09:36.613" v="134" actId="166"/>
            <ac:picMkLst>
              <pc:docMk/>
              <pc:sldMasterMk cId="2926898407" sldId="2147483648"/>
              <pc:sldLayoutMk cId="2520646957" sldId="2147483649"/>
              <ac:picMk id="1028" creationId="{EC594892-7F52-AC8B-E9EE-D2240B1AF560}"/>
            </ac:picMkLst>
          </pc:picChg>
        </pc:sldLayoutChg>
        <pc:sldLayoutChg chg="addSp delSp modSp mod">
          <pc:chgData name="Pedro Bodega" userId="3bba64922e12e504" providerId="LiveId" clId="{FCE255F8-CBB8-4542-831E-D6D637C6EA9A}" dt="2025-06-17T09:14:45.803" v="157"/>
          <pc:sldLayoutMkLst>
            <pc:docMk/>
            <pc:sldMasterMk cId="2926898407" sldId="2147483648"/>
            <pc:sldLayoutMk cId="633906137" sldId="2147483650"/>
          </pc:sldLayoutMkLst>
          <pc:spChg chg="mod">
            <ac:chgData name="Pedro Bodega" userId="3bba64922e12e504" providerId="LiveId" clId="{FCE255F8-CBB8-4542-831E-D6D637C6EA9A}" dt="2025-06-17T06:44:03.274" v="56" actId="2711"/>
            <ac:spMkLst>
              <pc:docMk/>
              <pc:sldMasterMk cId="2926898407" sldId="2147483648"/>
              <pc:sldLayoutMk cId="633906137" sldId="2147483650"/>
              <ac:spMk id="2" creationId="{1165DBEA-C2EE-C4A6-4B6F-B4A110325F0D}"/>
            </ac:spMkLst>
          </pc:spChg>
          <pc:spChg chg="mod">
            <ac:chgData name="Pedro Bodega" userId="3bba64922e12e504" providerId="LiveId" clId="{FCE255F8-CBB8-4542-831E-D6D637C6EA9A}" dt="2025-06-17T06:44:49.898" v="64" actId="14100"/>
            <ac:spMkLst>
              <pc:docMk/>
              <pc:sldMasterMk cId="2926898407" sldId="2147483648"/>
              <pc:sldLayoutMk cId="633906137" sldId="2147483650"/>
              <ac:spMk id="3" creationId="{134D3A9E-2FF9-AAD3-D371-3FD70B34892D}"/>
            </ac:spMkLst>
          </pc:spChg>
          <pc:spChg chg="add mod">
            <ac:chgData name="Pedro Bodega" userId="3bba64922e12e504" providerId="LiveId" clId="{FCE255F8-CBB8-4542-831E-D6D637C6EA9A}" dt="2025-06-17T09:14:45.803" v="157"/>
            <ac:spMkLst>
              <pc:docMk/>
              <pc:sldMasterMk cId="2926898407" sldId="2147483648"/>
              <pc:sldLayoutMk cId="633906137" sldId="2147483650"/>
              <ac:spMk id="4" creationId="{F080DF2D-B112-0F42-19DC-C05094C341FC}"/>
            </ac:spMkLst>
          </pc:spChg>
          <pc:spChg chg="del">
            <ac:chgData name="Pedro Bodega" userId="3bba64922e12e504" providerId="LiveId" clId="{FCE255F8-CBB8-4542-831E-D6D637C6EA9A}" dt="2025-06-17T09:14:45.589" v="156" actId="478"/>
            <ac:spMkLst>
              <pc:docMk/>
              <pc:sldMasterMk cId="2926898407" sldId="2147483648"/>
              <pc:sldLayoutMk cId="633906137" sldId="2147483650"/>
              <ac:spMk id="7" creationId="{F33427D5-57E4-8A5A-F51C-7E64109D43D0}"/>
            </ac:spMkLst>
          </pc:spChg>
        </pc:sldLayoutChg>
        <pc:sldLayoutChg chg="del">
          <pc:chgData name="Pedro Bodega" userId="3bba64922e12e504" providerId="LiveId" clId="{FCE255F8-CBB8-4542-831E-D6D637C6EA9A}" dt="2025-06-17T06:39:20.043" v="23" actId="2696"/>
          <pc:sldLayoutMkLst>
            <pc:docMk/>
            <pc:sldMasterMk cId="2926898407" sldId="2147483648"/>
            <pc:sldLayoutMk cId="3042520718" sldId="2147483651"/>
          </pc:sldLayoutMkLst>
        </pc:sldLayoutChg>
        <pc:sldLayoutChg chg="del">
          <pc:chgData name="Pedro Bodega" userId="3bba64922e12e504" providerId="LiveId" clId="{FCE255F8-CBB8-4542-831E-D6D637C6EA9A}" dt="2025-06-17T06:39:24.181" v="24" actId="2696"/>
          <pc:sldLayoutMkLst>
            <pc:docMk/>
            <pc:sldMasterMk cId="2926898407" sldId="2147483648"/>
            <pc:sldLayoutMk cId="1754044121" sldId="2147483652"/>
          </pc:sldLayoutMkLst>
        </pc:sldLayoutChg>
        <pc:sldLayoutChg chg="del">
          <pc:chgData name="Pedro Bodega" userId="3bba64922e12e504" providerId="LiveId" clId="{FCE255F8-CBB8-4542-831E-D6D637C6EA9A}" dt="2025-06-17T06:39:26.038" v="25" actId="2696"/>
          <pc:sldLayoutMkLst>
            <pc:docMk/>
            <pc:sldMasterMk cId="2926898407" sldId="2147483648"/>
            <pc:sldLayoutMk cId="2989313988" sldId="2147483653"/>
          </pc:sldLayoutMkLst>
        </pc:sldLayoutChg>
        <pc:sldLayoutChg chg="addSp delSp modSp mod">
          <pc:chgData name="Pedro Bodega" userId="3bba64922e12e504" providerId="LiveId" clId="{FCE255F8-CBB8-4542-831E-D6D637C6EA9A}" dt="2025-06-17T09:17:26.004" v="200" actId="478"/>
          <pc:sldLayoutMkLst>
            <pc:docMk/>
            <pc:sldMasterMk cId="2926898407" sldId="2147483648"/>
            <pc:sldLayoutMk cId="1607218514" sldId="2147483654"/>
          </pc:sldLayoutMkLst>
          <pc:spChg chg="mod">
            <ac:chgData name="Pedro Bodega" userId="3bba64922e12e504" providerId="LiveId" clId="{FCE255F8-CBB8-4542-831E-D6D637C6EA9A}" dt="2025-06-17T06:44:07.985" v="57" actId="2711"/>
            <ac:spMkLst>
              <pc:docMk/>
              <pc:sldMasterMk cId="2926898407" sldId="2147483648"/>
              <pc:sldLayoutMk cId="1607218514" sldId="2147483654"/>
              <ac:spMk id="2" creationId="{7BF85814-EEA1-691A-89DA-87BD12ABA5C5}"/>
            </ac:spMkLst>
          </pc:spChg>
          <pc:spChg chg="add del">
            <ac:chgData name="Pedro Bodega" userId="3bba64922e12e504" providerId="LiveId" clId="{FCE255F8-CBB8-4542-831E-D6D637C6EA9A}" dt="2025-06-17T09:17:26.004" v="200" actId="478"/>
            <ac:spMkLst>
              <pc:docMk/>
              <pc:sldMasterMk cId="2926898407" sldId="2147483648"/>
              <pc:sldLayoutMk cId="1607218514" sldId="2147483654"/>
              <ac:spMk id="3" creationId="{B3788F79-F5B8-245E-3EAD-737955E07952}"/>
            </ac:spMkLst>
          </pc:spChg>
          <pc:spChg chg="add del">
            <ac:chgData name="Pedro Bodega" userId="3bba64922e12e504" providerId="LiveId" clId="{FCE255F8-CBB8-4542-831E-D6D637C6EA9A}" dt="2025-06-17T09:17:25.966" v="199" actId="478"/>
            <ac:spMkLst>
              <pc:docMk/>
              <pc:sldMasterMk cId="2926898407" sldId="2147483648"/>
              <pc:sldLayoutMk cId="1607218514" sldId="2147483654"/>
              <ac:spMk id="4" creationId="{4F832E13-E7F2-B394-41F2-16E3BEC7B053}"/>
            </ac:spMkLst>
          </pc:spChg>
          <pc:spChg chg="add del mod">
            <ac:chgData name="Pedro Bodega" userId="3bba64922e12e504" providerId="LiveId" clId="{FCE255F8-CBB8-4542-831E-D6D637C6EA9A}" dt="2025-06-17T09:17:25.934" v="198" actId="478"/>
            <ac:spMkLst>
              <pc:docMk/>
              <pc:sldMasterMk cId="2926898407" sldId="2147483648"/>
              <pc:sldLayoutMk cId="1607218514" sldId="2147483654"/>
              <ac:spMk id="5" creationId="{68DD3BF9-4D49-93D3-EC89-BB2E24115864}"/>
            </ac:spMkLst>
          </pc:spChg>
          <pc:spChg chg="add mod">
            <ac:chgData name="Pedro Bodega" userId="3bba64922e12e504" providerId="LiveId" clId="{FCE255F8-CBB8-4542-831E-D6D637C6EA9A}" dt="2025-06-17T09:15:01.845" v="162"/>
            <ac:spMkLst>
              <pc:docMk/>
              <pc:sldMasterMk cId="2926898407" sldId="2147483648"/>
              <pc:sldLayoutMk cId="1607218514" sldId="2147483654"/>
              <ac:spMk id="6" creationId="{A0CC8CD2-EC36-0E82-8577-AF122B438E05}"/>
            </ac:spMkLst>
          </pc:spChg>
        </pc:sldLayoutChg>
        <pc:sldLayoutChg chg="addSp delSp modSp mod">
          <pc:chgData name="Pedro Bodega" userId="3bba64922e12e504" providerId="LiveId" clId="{FCE255F8-CBB8-4542-831E-D6D637C6EA9A}" dt="2025-06-17T09:17:26.124" v="203" actId="478"/>
          <pc:sldLayoutMkLst>
            <pc:docMk/>
            <pc:sldMasterMk cId="2926898407" sldId="2147483648"/>
            <pc:sldLayoutMk cId="3378534761" sldId="2147483655"/>
          </pc:sldLayoutMkLst>
          <pc:spChg chg="add del">
            <ac:chgData name="Pedro Bodega" userId="3bba64922e12e504" providerId="LiveId" clId="{FCE255F8-CBB8-4542-831E-D6D637C6EA9A}" dt="2025-06-17T09:17:26.124" v="203" actId="478"/>
            <ac:spMkLst>
              <pc:docMk/>
              <pc:sldMasterMk cId="2926898407" sldId="2147483648"/>
              <pc:sldLayoutMk cId="3378534761" sldId="2147483655"/>
              <ac:spMk id="2" creationId="{CD9A4FD0-A850-BD65-22DB-A9A03C08DE89}"/>
            </ac:spMkLst>
          </pc:spChg>
          <pc:spChg chg="add del">
            <ac:chgData name="Pedro Bodega" userId="3bba64922e12e504" providerId="LiveId" clId="{FCE255F8-CBB8-4542-831E-D6D637C6EA9A}" dt="2025-06-17T09:17:26.094" v="202" actId="478"/>
            <ac:spMkLst>
              <pc:docMk/>
              <pc:sldMasterMk cId="2926898407" sldId="2147483648"/>
              <pc:sldLayoutMk cId="3378534761" sldId="2147483655"/>
              <ac:spMk id="3" creationId="{799EFDC7-DCB1-A249-4A6B-AC7BCE777D0A}"/>
            </ac:spMkLst>
          </pc:spChg>
          <pc:spChg chg="add del">
            <ac:chgData name="Pedro Bodega" userId="3bba64922e12e504" providerId="LiveId" clId="{FCE255F8-CBB8-4542-831E-D6D637C6EA9A}" dt="2025-06-17T09:17:26.062" v="201" actId="478"/>
            <ac:spMkLst>
              <pc:docMk/>
              <pc:sldMasterMk cId="2926898407" sldId="2147483648"/>
              <pc:sldLayoutMk cId="3378534761" sldId="2147483655"/>
              <ac:spMk id="4" creationId="{133E6631-D6C5-6AA0-987B-26F7D39402F3}"/>
            </ac:spMkLst>
          </pc:spChg>
          <pc:spChg chg="add mod">
            <ac:chgData name="Pedro Bodega" userId="3bba64922e12e504" providerId="LiveId" clId="{FCE255F8-CBB8-4542-831E-D6D637C6EA9A}" dt="2025-06-17T09:15:08.571" v="166"/>
            <ac:spMkLst>
              <pc:docMk/>
              <pc:sldMasterMk cId="2926898407" sldId="2147483648"/>
              <pc:sldLayoutMk cId="3378534761" sldId="2147483655"/>
              <ac:spMk id="5" creationId="{2C42C6C7-FC59-BFEE-3FB4-775F447761B3}"/>
            </ac:spMkLst>
          </pc:spChg>
        </pc:sldLayoutChg>
        <pc:sldLayoutChg chg="addSp delSp modSp mod">
          <pc:chgData name="Pedro Bodega" userId="3bba64922e12e504" providerId="LiveId" clId="{FCE255F8-CBB8-4542-831E-D6D637C6EA9A}" dt="2025-06-17T09:17:26.403" v="210" actId="14100"/>
          <pc:sldLayoutMkLst>
            <pc:docMk/>
            <pc:sldMasterMk cId="2926898407" sldId="2147483648"/>
            <pc:sldLayoutMk cId="2242444973" sldId="2147483656"/>
          </pc:sldLayoutMkLst>
          <pc:spChg chg="mod">
            <ac:chgData name="Pedro Bodega" userId="3bba64922e12e504" providerId="LiveId" clId="{FCE255F8-CBB8-4542-831E-D6D637C6EA9A}" dt="2025-06-17T06:44:12.865" v="58" actId="2711"/>
            <ac:spMkLst>
              <pc:docMk/>
              <pc:sldMasterMk cId="2926898407" sldId="2147483648"/>
              <pc:sldLayoutMk cId="2242444973" sldId="2147483656"/>
              <ac:spMk id="2" creationId="{08F042CE-AEC4-0B95-2CD8-C9CA3425ABB8}"/>
            </ac:spMkLst>
          </pc:spChg>
          <pc:spChg chg="mod">
            <ac:chgData name="Pedro Bodega" userId="3bba64922e12e504" providerId="LiveId" clId="{FCE255F8-CBB8-4542-831E-D6D637C6EA9A}" dt="2025-06-17T06:44:18.098" v="60" actId="2711"/>
            <ac:spMkLst>
              <pc:docMk/>
              <pc:sldMasterMk cId="2926898407" sldId="2147483648"/>
              <pc:sldLayoutMk cId="2242444973" sldId="2147483656"/>
              <ac:spMk id="3" creationId="{39249842-922D-BADE-0C70-3492E829DCF7}"/>
            </ac:spMkLst>
          </pc:spChg>
          <pc:spChg chg="mod">
            <ac:chgData name="Pedro Bodega" userId="3bba64922e12e504" providerId="LiveId" clId="{FCE255F8-CBB8-4542-831E-D6D637C6EA9A}" dt="2025-06-17T06:44:15.175" v="59" actId="2711"/>
            <ac:spMkLst>
              <pc:docMk/>
              <pc:sldMasterMk cId="2926898407" sldId="2147483648"/>
              <pc:sldLayoutMk cId="2242444973" sldId="2147483656"/>
              <ac:spMk id="4" creationId="{F56A80C2-9F40-1A9E-FA8B-FF5ED21AA3FF}"/>
            </ac:spMkLst>
          </pc:spChg>
          <pc:spChg chg="add del mod">
            <ac:chgData name="Pedro Bodega" userId="3bba64922e12e504" providerId="LiveId" clId="{FCE255F8-CBB8-4542-831E-D6D637C6EA9A}" dt="2025-06-17T09:17:26.339" v="209" actId="478"/>
            <ac:spMkLst>
              <pc:docMk/>
              <pc:sldMasterMk cId="2926898407" sldId="2147483648"/>
              <pc:sldLayoutMk cId="2242444973" sldId="2147483656"/>
              <ac:spMk id="5" creationId="{9C52D22C-57DE-0014-155D-63C77F596EA3}"/>
            </ac:spMkLst>
          </pc:spChg>
          <pc:spChg chg="add del mod">
            <ac:chgData name="Pedro Bodega" userId="3bba64922e12e504" providerId="LiveId" clId="{FCE255F8-CBB8-4542-831E-D6D637C6EA9A}" dt="2025-06-17T09:17:26.279" v="207" actId="478"/>
            <ac:spMkLst>
              <pc:docMk/>
              <pc:sldMasterMk cId="2926898407" sldId="2147483648"/>
              <pc:sldLayoutMk cId="2242444973" sldId="2147483656"/>
              <ac:spMk id="6" creationId="{5A5E2F35-388E-D2E3-52C3-9F8891EAE1A8}"/>
            </ac:spMkLst>
          </pc:spChg>
          <pc:spChg chg="add del mod">
            <ac:chgData name="Pedro Bodega" userId="3bba64922e12e504" providerId="LiveId" clId="{FCE255F8-CBB8-4542-831E-D6D637C6EA9A}" dt="2025-06-17T09:17:26.214" v="205" actId="478"/>
            <ac:spMkLst>
              <pc:docMk/>
              <pc:sldMasterMk cId="2926898407" sldId="2147483648"/>
              <pc:sldLayoutMk cId="2242444973" sldId="2147483656"/>
              <ac:spMk id="7" creationId="{E0402C00-72FA-1C82-44D9-48DF23D3355F}"/>
            </ac:spMkLst>
          </pc:spChg>
          <pc:spChg chg="add mod">
            <ac:chgData name="Pedro Bodega" userId="3bba64922e12e504" providerId="LiveId" clId="{FCE255F8-CBB8-4542-831E-D6D637C6EA9A}" dt="2025-06-17T09:17:26.403" v="210" actId="14100"/>
            <ac:spMkLst>
              <pc:docMk/>
              <pc:sldMasterMk cId="2926898407" sldId="2147483648"/>
              <pc:sldLayoutMk cId="2242444973" sldId="2147483656"/>
              <ac:spMk id="8" creationId="{682D96EB-3484-2C98-69A6-631C192A6173}"/>
            </ac:spMkLst>
          </pc:spChg>
        </pc:sldLayoutChg>
        <pc:sldLayoutChg chg="del">
          <pc:chgData name="Pedro Bodega" userId="3bba64922e12e504" providerId="LiveId" clId="{FCE255F8-CBB8-4542-831E-D6D637C6EA9A}" dt="2025-06-17T06:40:47.181" v="46" actId="2696"/>
          <pc:sldLayoutMkLst>
            <pc:docMk/>
            <pc:sldMasterMk cId="2926898407" sldId="2147483648"/>
            <pc:sldLayoutMk cId="863320402" sldId="2147483657"/>
          </pc:sldLayoutMkLst>
        </pc:sldLayoutChg>
        <pc:sldLayoutChg chg="del">
          <pc:chgData name="Pedro Bodega" userId="3bba64922e12e504" providerId="LiveId" clId="{FCE255F8-CBB8-4542-831E-D6D637C6EA9A}" dt="2025-06-17T06:39:54.626" v="26" actId="2696"/>
          <pc:sldLayoutMkLst>
            <pc:docMk/>
            <pc:sldMasterMk cId="2926898407" sldId="2147483648"/>
            <pc:sldLayoutMk cId="3509374778" sldId="2147483658"/>
          </pc:sldLayoutMkLst>
        </pc:sldLayoutChg>
        <pc:sldLayoutChg chg="del">
          <pc:chgData name="Pedro Bodega" userId="3bba64922e12e504" providerId="LiveId" clId="{FCE255F8-CBB8-4542-831E-D6D637C6EA9A}" dt="2025-06-17T06:39:56.728" v="27" actId="2696"/>
          <pc:sldLayoutMkLst>
            <pc:docMk/>
            <pc:sldMasterMk cId="2926898407" sldId="2147483648"/>
            <pc:sldLayoutMk cId="4286838892" sldId="2147483659"/>
          </pc:sldLayoutMkLst>
        </pc:sldLayoutChg>
        <pc:sldLayoutChg chg="addSp delSp modSp mod modAnim">
          <pc:chgData name="Pedro Bodega" userId="3bba64922e12e504" providerId="LiveId" clId="{FCE255F8-CBB8-4542-831E-D6D637C6EA9A}" dt="2025-06-17T12:56:44.881" v="310" actId="12"/>
          <pc:sldLayoutMkLst>
            <pc:docMk/>
            <pc:sldMasterMk cId="2926898407" sldId="2147483648"/>
            <pc:sldLayoutMk cId="132295177" sldId="2147483660"/>
          </pc:sldLayoutMkLst>
          <pc:spChg chg="add mod">
            <ac:chgData name="Pedro Bodega" userId="3bba64922e12e504" providerId="LiveId" clId="{FCE255F8-CBB8-4542-831E-D6D637C6EA9A}" dt="2025-06-17T09:14:36.242" v="153"/>
            <ac:spMkLst>
              <pc:docMk/>
              <pc:sldMasterMk cId="2926898407" sldId="2147483648"/>
              <pc:sldLayoutMk cId="132295177" sldId="2147483660"/>
              <ac:spMk id="2" creationId="{BE43CE60-F632-2697-D3AA-4BA5075EEB07}"/>
            </ac:spMkLst>
          </pc:spChg>
          <pc:spChg chg="mod">
            <ac:chgData name="Pedro Bodega" userId="3bba64922e12e504" providerId="LiveId" clId="{FCE255F8-CBB8-4542-831E-D6D637C6EA9A}" dt="2025-06-17T12:56:44.881" v="310" actId="12"/>
            <ac:spMkLst>
              <pc:docMk/>
              <pc:sldMasterMk cId="2926898407" sldId="2147483648"/>
              <pc:sldLayoutMk cId="132295177" sldId="2147483660"/>
              <ac:spMk id="3" creationId="{134D3A9E-2FF9-AAD3-D371-3FD70B34892D}"/>
            </ac:spMkLst>
          </pc:spChg>
          <pc:spChg chg="add mod">
            <ac:chgData name="Pedro Bodega" userId="3bba64922e12e504" providerId="LiveId" clId="{FCE255F8-CBB8-4542-831E-D6D637C6EA9A}" dt="2025-06-17T09:14:40.072" v="155"/>
            <ac:spMkLst>
              <pc:docMk/>
              <pc:sldMasterMk cId="2926898407" sldId="2147483648"/>
              <pc:sldLayoutMk cId="132295177" sldId="2147483660"/>
              <ac:spMk id="4" creationId="{FB2B6084-388C-7E30-3AD9-76DBF0FA890C}"/>
            </ac:spMkLst>
          </pc:spChg>
          <pc:spChg chg="mod">
            <ac:chgData name="Pedro Bodega" userId="3bba64922e12e504" providerId="LiveId" clId="{FCE255F8-CBB8-4542-831E-D6D637C6EA9A}" dt="2025-06-17T06:38:40.461" v="20" actId="1076"/>
            <ac:spMkLst>
              <pc:docMk/>
              <pc:sldMasterMk cId="2926898407" sldId="2147483648"/>
              <pc:sldLayoutMk cId="132295177" sldId="2147483660"/>
              <ac:spMk id="6" creationId="{1720AA4E-B4A9-3584-3804-863D509D537F}"/>
            </ac:spMkLst>
          </pc:spChg>
          <pc:spChg chg="del mod">
            <ac:chgData name="Pedro Bodega" userId="3bba64922e12e504" providerId="LiveId" clId="{FCE255F8-CBB8-4542-831E-D6D637C6EA9A}" dt="2025-06-17T09:14:39.700" v="154" actId="478"/>
            <ac:spMkLst>
              <pc:docMk/>
              <pc:sldMasterMk cId="2926898407" sldId="2147483648"/>
              <pc:sldLayoutMk cId="132295177" sldId="2147483660"/>
              <ac:spMk id="7" creationId="{F33427D5-57E4-8A5A-F51C-7E64109D43D0}"/>
            </ac:spMkLst>
          </pc:spChg>
        </pc:sldLayoutChg>
        <pc:sldLayoutChg chg="modSp mod ord modAnim">
          <pc:chgData name="Pedro Bodega" userId="3bba64922e12e504" providerId="LiveId" clId="{FCE255F8-CBB8-4542-831E-D6D637C6EA9A}" dt="2025-06-17T12:55:56.810" v="279"/>
          <pc:sldLayoutMkLst>
            <pc:docMk/>
            <pc:sldMasterMk cId="2926898407" sldId="2147483648"/>
            <pc:sldLayoutMk cId="3662482452" sldId="2147483661"/>
          </pc:sldLayoutMkLst>
          <pc:spChg chg="mod">
            <ac:chgData name="Pedro Bodega" userId="3bba64922e12e504" providerId="LiveId" clId="{FCE255F8-CBB8-4542-831E-D6D637C6EA9A}" dt="2025-06-17T12:41:31.213" v="220" actId="14100"/>
            <ac:spMkLst>
              <pc:docMk/>
              <pc:sldMasterMk cId="2926898407" sldId="2147483648"/>
              <pc:sldLayoutMk cId="3662482452" sldId="2147483661"/>
              <ac:spMk id="3" creationId="{134D3A9E-2FF9-AAD3-D371-3FD70B34892D}"/>
            </ac:spMkLst>
          </pc:spChg>
          <pc:spChg chg="mod">
            <ac:chgData name="Pedro Bodega" userId="3bba64922e12e504" providerId="LiveId" clId="{FCE255F8-CBB8-4542-831E-D6D637C6EA9A}" dt="2025-06-17T06:38:35.755" v="18" actId="1076"/>
            <ac:spMkLst>
              <pc:docMk/>
              <pc:sldMasterMk cId="2926898407" sldId="2147483648"/>
              <pc:sldLayoutMk cId="3662482452" sldId="2147483661"/>
              <ac:spMk id="6" creationId="{1720AA4E-B4A9-3584-3804-863D509D537F}"/>
            </ac:spMkLst>
          </pc:spChg>
          <pc:spChg chg="mod">
            <ac:chgData name="Pedro Bodega" userId="3bba64922e12e504" providerId="LiveId" clId="{FCE255F8-CBB8-4542-831E-D6D637C6EA9A}" dt="2025-06-17T09:17:26.433" v="211" actId="14100"/>
            <ac:spMkLst>
              <pc:docMk/>
              <pc:sldMasterMk cId="2926898407" sldId="2147483648"/>
              <pc:sldLayoutMk cId="3662482452" sldId="2147483661"/>
              <ac:spMk id="7" creationId="{F33427D5-57E4-8A5A-F51C-7E64109D43D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759151-A0CC-60A7-0698-E5C0434D03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32B9B3-5283-CEC4-D3EE-2D8A1E61C9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1E9FF3-642A-42DA-AFEC-C2B720F81507}" type="datetimeFigureOut">
              <a:rPr lang="es-ES" smtClean="0"/>
              <a:t>07/05/2026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03A9FD-587B-FE53-B74A-E5C317DC89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BDBFEC-D5DA-5A37-100C-3942A26198B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F1F0D0-AE29-4713-8EAD-81A8102B9BD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39053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E5ACAF-AC80-449F-9A8C-4128475DA0F9}" type="datetimeFigureOut">
              <a:rPr lang="es-ES" smtClean="0"/>
              <a:t>07/05/2026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CFC139-A7B8-4C33-AD47-3B632275E50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3871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6380E11-F245-9220-A229-BCC89DB72A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46614" y="6074866"/>
            <a:ext cx="1721458" cy="482800"/>
          </a:xfrm>
        </p:spPr>
        <p:txBody>
          <a:bodyPr>
            <a:normAutofit/>
          </a:bodyPr>
          <a:lstStyle>
            <a:lvl1pPr algn="ctr">
              <a:defRPr sz="2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GB" dirty="0"/>
              <a:t>yyyy/mm/dd</a:t>
            </a:r>
            <a:endParaRPr lang="es-E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EA3197-4593-1848-21CB-6B37CFF612C1}"/>
              </a:ext>
            </a:extLst>
          </p:cNvPr>
          <p:cNvSpPr/>
          <p:nvPr userDrawn="1"/>
        </p:nvSpPr>
        <p:spPr>
          <a:xfrm>
            <a:off x="4118776" y="0"/>
            <a:ext cx="2202512" cy="3371353"/>
          </a:xfrm>
          <a:prstGeom prst="rect">
            <a:avLst/>
          </a:prstGeom>
          <a:solidFill>
            <a:srgbClr val="226C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1A3DDD-27CF-4CF2-1DB6-BCF0C3A22364}"/>
              </a:ext>
            </a:extLst>
          </p:cNvPr>
          <p:cNvSpPr/>
          <p:nvPr userDrawn="1"/>
        </p:nvSpPr>
        <p:spPr>
          <a:xfrm>
            <a:off x="1820185" y="3499568"/>
            <a:ext cx="2202512" cy="3358432"/>
          </a:xfrm>
          <a:prstGeom prst="rect">
            <a:avLst/>
          </a:prstGeom>
          <a:solidFill>
            <a:srgbClr val="226C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953585-E263-6002-AC25-41689F4949D5}"/>
              </a:ext>
            </a:extLst>
          </p:cNvPr>
          <p:cNvSpPr txBox="1"/>
          <p:nvPr userDrawn="1"/>
        </p:nvSpPr>
        <p:spPr>
          <a:xfrm>
            <a:off x="4118776" y="2226365"/>
            <a:ext cx="220251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5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Aoyama Gakuin University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6B4650-AFAC-BE3D-8352-D0EB1056FFC6}"/>
              </a:ext>
            </a:extLst>
          </p:cNvPr>
          <p:cNvSpPr txBox="1"/>
          <p:nvPr userDrawn="1"/>
        </p:nvSpPr>
        <p:spPr>
          <a:xfrm>
            <a:off x="1820185" y="4557988"/>
            <a:ext cx="220251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chemeClr val="bg1"/>
                </a:solidFill>
                <a:effectLst/>
                <a:latin typeface="メイリオ" panose="020B0604030504040204" pitchFamily="34" charset="-128"/>
                <a:ea typeface="メイリオ" panose="020B0604030504040204" pitchFamily="34" charset="-128"/>
              </a:rPr>
              <a:t>Wearable Environment and Information Systems Laboratory</a:t>
            </a:r>
          </a:p>
          <a:p>
            <a:pPr algn="ctr"/>
            <a:endParaRPr lang="es-ES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A1DF8F-6E40-3097-5D48-239400095E59}"/>
              </a:ext>
            </a:extLst>
          </p:cNvPr>
          <p:cNvSpPr/>
          <p:nvPr userDrawn="1"/>
        </p:nvSpPr>
        <p:spPr>
          <a:xfrm>
            <a:off x="0" y="1523810"/>
            <a:ext cx="4022697" cy="1834622"/>
          </a:xfrm>
          <a:prstGeom prst="rect">
            <a:avLst/>
          </a:prstGeom>
          <a:noFill/>
          <a:ln>
            <a:solidFill>
              <a:srgbClr val="133D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Title 9">
            <a:extLst>
              <a:ext uri="{FF2B5EF4-FFF2-40B4-BE49-F238E27FC236}">
                <a16:creationId xmlns:a16="http://schemas.microsoft.com/office/drawing/2014/main" id="{60B38BD4-F820-C6DA-ED54-9134FB826459}"/>
              </a:ext>
            </a:extLst>
          </p:cNvPr>
          <p:cNvSpPr txBox="1">
            <a:spLocks/>
          </p:cNvSpPr>
          <p:nvPr userDrawn="1"/>
        </p:nvSpPr>
        <p:spPr>
          <a:xfrm>
            <a:off x="6096000" y="5107466"/>
            <a:ext cx="2622687" cy="6245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algn="ctr"/>
            <a:r>
              <a:rPr lang="en-GB" sz="3600" dirty="0"/>
              <a:t>Lab meeting</a:t>
            </a:r>
          </a:p>
          <a:p>
            <a:pPr algn="ctr"/>
            <a:r>
              <a:rPr lang="en-GB" sz="2400" dirty="0"/>
              <a:t>Pedro Bodega</a:t>
            </a:r>
            <a:endParaRPr lang="es-ES" sz="2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DD53A77-8C04-7750-3E34-586DE177DA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791989" y="5573540"/>
            <a:ext cx="984126" cy="98412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A58D6B4-56F9-409C-9193-4F5069DF34CC}"/>
              </a:ext>
            </a:extLst>
          </p:cNvPr>
          <p:cNvSpPr txBox="1"/>
          <p:nvPr userDrawn="1"/>
        </p:nvSpPr>
        <p:spPr>
          <a:xfrm>
            <a:off x="4118776" y="3500349"/>
            <a:ext cx="6631387" cy="1077218"/>
          </a:xfrm>
          <a:prstGeom prst="rect">
            <a:avLst/>
          </a:prstGeom>
          <a:ln>
            <a:solidFill>
              <a:srgbClr val="133D24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COMPREHENSIVE VISUAL ASSISTANCE ENABLED BY AN AI WEARABLE SYSTEM</a:t>
            </a:r>
          </a:p>
        </p:txBody>
      </p:sp>
      <p:pic>
        <p:nvPicPr>
          <p:cNvPr id="1028" name="Picture 4" descr="Aoyama Gakuin University - Wikipedia">
            <a:extLst>
              <a:ext uri="{FF2B5EF4-FFF2-40B4-BE49-F238E27FC236}">
                <a16:creationId xmlns:a16="http://schemas.microsoft.com/office/drawing/2014/main" id="{EC594892-7F52-AC8B-E9EE-D2240B1AF5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516" y="1642533"/>
            <a:ext cx="1346426" cy="1609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0646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D3A9E-2FF9-AAD3-D371-3FD70B3489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9982200" cy="3937000"/>
          </a:xfrm>
        </p:spPr>
        <p:txBody>
          <a:bodyPr>
            <a:normAutofit/>
          </a:bodyPr>
          <a:lstStyle>
            <a:lvl1pPr marL="571500" indent="-571500">
              <a:lnSpc>
                <a:spcPct val="150000"/>
              </a:lnSpc>
              <a:buFont typeface="Courier New" panose="02070309020205020404" pitchFamily="49" charset="0"/>
              <a:buChar char="o"/>
              <a:defRPr sz="4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 err="1"/>
              <a:t>Objective</a:t>
            </a:r>
            <a:r>
              <a:rPr lang="es-ES" dirty="0"/>
              <a:t> 1</a:t>
            </a:r>
          </a:p>
          <a:p>
            <a:pPr lvl="0"/>
            <a:r>
              <a:rPr lang="es-ES" dirty="0" err="1"/>
              <a:t>Objective</a:t>
            </a:r>
            <a:r>
              <a:rPr lang="es-ES" dirty="0"/>
              <a:t> 2</a:t>
            </a:r>
          </a:p>
          <a:p>
            <a:pPr lvl="0"/>
            <a:r>
              <a:rPr lang="es-ES" dirty="0" err="1"/>
              <a:t>Objective</a:t>
            </a:r>
            <a:r>
              <a:rPr lang="es-ES" dirty="0"/>
              <a:t>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20AA4E-B4A9-3584-3804-863D509D537F}"/>
              </a:ext>
            </a:extLst>
          </p:cNvPr>
          <p:cNvSpPr txBox="1"/>
          <p:nvPr userDrawn="1"/>
        </p:nvSpPr>
        <p:spPr>
          <a:xfrm>
            <a:off x="1203372" y="206552"/>
            <a:ext cx="46879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Objectives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FB2B6084-388C-7E30-3AD9-76DBF0FA8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9555" y="6354305"/>
            <a:ext cx="578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8924E1A2-84D3-4C4C-BD0E-51C3B46507A6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2295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DBEA-C2EE-C4A6-4B6F-B4A110325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D3A9E-2FF9-AAD3-D371-3FD70B348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891"/>
            <a:ext cx="10015330" cy="4249172"/>
          </a:xfrm>
        </p:spPr>
        <p:txBody>
          <a:bodyPr/>
          <a:lstStyle>
            <a:lvl1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s-ES" dirty="0"/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F080DF2D-B112-0F42-19DC-C05094C341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9555" y="6354305"/>
            <a:ext cx="578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8924E1A2-84D3-4C4C-BD0E-51C3B46507A6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33906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85814-EEA1-691A-89DA-87BD12ABA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s-ES" dirty="0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A0CC8CD2-EC36-0E82-8577-AF122B438E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9555" y="6354305"/>
            <a:ext cx="578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8924E1A2-84D3-4C4C-BD0E-51C3B46507A6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07218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2C42C6C7-FC59-BFEE-3FB4-775F44776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9555" y="6354305"/>
            <a:ext cx="578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8924E1A2-84D3-4C4C-BD0E-51C3B46507A6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853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42CE-AEC4-0B95-2CD8-C9CA3425A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223"/>
            <a:ext cx="6061944" cy="679878"/>
          </a:xfrm>
        </p:spPr>
        <p:txBody>
          <a:bodyPr anchor="b"/>
          <a:lstStyle>
            <a:lvl1pPr>
              <a:defRPr sz="32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49842-922D-BADE-0C70-3492E829D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0012" y="1470991"/>
            <a:ext cx="5721226" cy="4390059"/>
          </a:xfrm>
        </p:spPr>
        <p:txBody>
          <a:bodyPr/>
          <a:lstStyle>
            <a:lvl1pPr>
              <a:defRPr sz="32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4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2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2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s-E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A80C2-9F40-1A9E-FA8B-FF5ED21AA3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137037"/>
            <a:ext cx="3932237" cy="4724013"/>
          </a:xfrm>
        </p:spPr>
        <p:txBody>
          <a:bodyPr/>
          <a:lstStyle>
            <a:lvl1pPr marL="0" indent="0">
              <a:buNone/>
              <a:defRPr sz="16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682D96EB-3484-2C98-69A6-631C192A61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0451" y="6354305"/>
            <a:ext cx="667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8924E1A2-84D3-4C4C-BD0E-51C3B46507A6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42444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 for next we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D3A9E-2FF9-AAD3-D371-3FD70B3489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106025" cy="3841750"/>
          </a:xfrm>
        </p:spPr>
        <p:txBody>
          <a:bodyPr>
            <a:normAutofit/>
          </a:bodyPr>
          <a:lstStyle>
            <a:lvl1pPr marL="571500" indent="-571500">
              <a:lnSpc>
                <a:spcPct val="150000"/>
              </a:lnSpc>
              <a:buFont typeface="Courier New" panose="02070309020205020404" pitchFamily="49" charset="0"/>
              <a:buChar char="o"/>
              <a:defRPr sz="4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Plan 1</a:t>
            </a:r>
          </a:p>
          <a:p>
            <a:pPr lvl="0"/>
            <a:r>
              <a:rPr lang="es-ES" dirty="0"/>
              <a:t>Plan 2</a:t>
            </a:r>
          </a:p>
          <a:p>
            <a:pPr lvl="0"/>
            <a:r>
              <a:rPr lang="es-ES" dirty="0"/>
              <a:t>Plan 3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33427D5-57E4-8A5A-F51C-7E64109D43D0}"/>
              </a:ext>
            </a:extLst>
          </p:cNvPr>
          <p:cNvSpPr txBox="1">
            <a:spLocks/>
          </p:cNvSpPr>
          <p:nvPr userDrawn="1"/>
        </p:nvSpPr>
        <p:spPr>
          <a:xfrm>
            <a:off x="11353800" y="6374875"/>
            <a:ext cx="572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54B8A6-27BF-4A32-9E97-6A70EFEB4CFB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20AA4E-B4A9-3584-3804-863D509D537F}"/>
              </a:ext>
            </a:extLst>
          </p:cNvPr>
          <p:cNvSpPr txBox="1"/>
          <p:nvPr userDrawn="1"/>
        </p:nvSpPr>
        <p:spPr>
          <a:xfrm>
            <a:off x="1036982" y="132397"/>
            <a:ext cx="6755296" cy="1097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Plan for next week</a:t>
            </a:r>
          </a:p>
        </p:txBody>
      </p:sp>
    </p:spTree>
    <p:extLst>
      <p:ext uri="{BB962C8B-B14F-4D97-AF65-F5344CB8AC3E}">
        <p14:creationId xmlns:p14="http://schemas.microsoft.com/office/powerpoint/2010/main" val="366248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22E520-0431-423A-4B4A-6B3A8139D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102"/>
            <a:ext cx="9752936" cy="10332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s-E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4CCBA-5717-814C-6D8E-18E076CBD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s-E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125A67-3EF2-4D23-E1A0-E61A130AC7B1}"/>
              </a:ext>
            </a:extLst>
          </p:cNvPr>
          <p:cNvSpPr/>
          <p:nvPr userDrawn="1"/>
        </p:nvSpPr>
        <p:spPr>
          <a:xfrm>
            <a:off x="0" y="6238697"/>
            <a:ext cx="12192000" cy="646331"/>
          </a:xfrm>
          <a:prstGeom prst="rect">
            <a:avLst/>
          </a:prstGeom>
          <a:solidFill>
            <a:srgbClr val="226C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1220BA2-AD0E-0A4E-4100-E52995E5B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9555" y="6354305"/>
            <a:ext cx="578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8924E1A2-84D3-4C4C-BD0E-51C3B46507A6}" type="slidenum">
              <a:rPr lang="es-ES" smtClean="0"/>
              <a:pPr/>
              <a:t>‹#›</a:t>
            </a:fld>
            <a:endParaRPr lang="es-E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9AD8B6A-2751-E71F-C8BA-9386CB9D13C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8663" y="5909752"/>
            <a:ext cx="873579" cy="87357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527E30-B470-EEDB-4BEB-4E4D87BB9281}"/>
              </a:ext>
            </a:extLst>
          </p:cNvPr>
          <p:cNvSpPr txBox="1"/>
          <p:nvPr userDrawn="1"/>
        </p:nvSpPr>
        <p:spPr>
          <a:xfrm>
            <a:off x="8288938" y="6392585"/>
            <a:ext cx="27362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Aoyama Gakuin University</a:t>
            </a:r>
          </a:p>
          <a:p>
            <a:endParaRPr lang="es-ES" sz="11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0B15BE-F743-4293-4707-5D642A7913DC}"/>
              </a:ext>
            </a:extLst>
          </p:cNvPr>
          <p:cNvSpPr txBox="1"/>
          <p:nvPr userDrawn="1"/>
        </p:nvSpPr>
        <p:spPr>
          <a:xfrm>
            <a:off x="1228851" y="6346541"/>
            <a:ext cx="267421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chemeClr val="bg1"/>
                </a:solidFill>
                <a:effectLst/>
                <a:latin typeface="メイリオ" panose="020B0604030504040204" pitchFamily="34" charset="-128"/>
                <a:ea typeface="メイリオ" panose="020B0604030504040204" pitchFamily="34" charset="-128"/>
              </a:rPr>
              <a:t>Wearable Environment and Information Systems Laboratory</a:t>
            </a:r>
          </a:p>
          <a:p>
            <a:pPr algn="ctr"/>
            <a:endParaRPr lang="es-E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2E0F61-7226-5592-9C35-51BE6DF3F9D8}"/>
              </a:ext>
            </a:extLst>
          </p:cNvPr>
          <p:cNvSpPr txBox="1"/>
          <p:nvPr userDrawn="1"/>
        </p:nvSpPr>
        <p:spPr>
          <a:xfrm>
            <a:off x="3985449" y="6264871"/>
            <a:ext cx="4221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Lab Meeting</a:t>
            </a:r>
          </a:p>
          <a:p>
            <a:pPr algn="ctr"/>
            <a:r>
              <a:rPr lang="es-ES" sz="16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Pedro Bodega</a:t>
            </a:r>
          </a:p>
        </p:txBody>
      </p:sp>
      <p:sp>
        <p:nvSpPr>
          <p:cNvPr id="21" name="Line 35">
            <a:extLst>
              <a:ext uri="{FF2B5EF4-FFF2-40B4-BE49-F238E27FC236}">
                <a16:creationId xmlns:a16="http://schemas.microsoft.com/office/drawing/2014/main" id="{65768E1A-667F-F62B-096B-97F06A60475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38200" y="0"/>
            <a:ext cx="0" cy="681037"/>
          </a:xfrm>
          <a:prstGeom prst="line">
            <a:avLst/>
          </a:prstGeom>
          <a:ln>
            <a:solidFill>
              <a:srgbClr val="133D24"/>
            </a:solidFill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es-ES"/>
          </a:p>
        </p:txBody>
      </p:sp>
      <p:sp>
        <p:nvSpPr>
          <p:cNvPr id="22" name="Line 36">
            <a:extLst>
              <a:ext uri="{FF2B5EF4-FFF2-40B4-BE49-F238E27FC236}">
                <a16:creationId xmlns:a16="http://schemas.microsoft.com/office/drawing/2014/main" id="{1210919C-B70E-DC6E-85C7-BCE15D011987}"/>
              </a:ext>
            </a:extLst>
          </p:cNvPr>
          <p:cNvSpPr>
            <a:spLocks noChangeShapeType="1"/>
          </p:cNvSpPr>
          <p:nvPr userDrawn="1"/>
        </p:nvSpPr>
        <p:spPr bwMode="auto">
          <a:xfrm flipH="1">
            <a:off x="135172" y="260101"/>
            <a:ext cx="881357" cy="0"/>
          </a:xfrm>
          <a:prstGeom prst="line">
            <a:avLst/>
          </a:prstGeom>
          <a:ln>
            <a:solidFill>
              <a:srgbClr val="133D24"/>
            </a:solidFill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es-ES"/>
          </a:p>
        </p:txBody>
      </p:sp>
      <p:sp>
        <p:nvSpPr>
          <p:cNvPr id="6" name="Line 36">
            <a:extLst>
              <a:ext uri="{FF2B5EF4-FFF2-40B4-BE49-F238E27FC236}">
                <a16:creationId xmlns:a16="http://schemas.microsoft.com/office/drawing/2014/main" id="{E9AAD5BF-6AAA-5475-494F-8E83EC8493C8}"/>
              </a:ext>
            </a:extLst>
          </p:cNvPr>
          <p:cNvSpPr>
            <a:spLocks noChangeShapeType="1"/>
          </p:cNvSpPr>
          <p:nvPr userDrawn="1"/>
        </p:nvSpPr>
        <p:spPr bwMode="auto">
          <a:xfrm flipH="1">
            <a:off x="9258722" y="1324223"/>
            <a:ext cx="1935259" cy="1"/>
          </a:xfrm>
          <a:prstGeom prst="line">
            <a:avLst/>
          </a:prstGeom>
          <a:ln>
            <a:solidFill>
              <a:srgbClr val="133D24"/>
            </a:solidFill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es-ES"/>
          </a:p>
        </p:txBody>
      </p:sp>
      <p:sp>
        <p:nvSpPr>
          <p:cNvPr id="8" name="Line 35">
            <a:extLst>
              <a:ext uri="{FF2B5EF4-FFF2-40B4-BE49-F238E27FC236}">
                <a16:creationId xmlns:a16="http://schemas.microsoft.com/office/drawing/2014/main" id="{29D0FACC-06E6-5A4F-DEA4-73B727E2059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970217" y="822928"/>
            <a:ext cx="0" cy="681037"/>
          </a:xfrm>
          <a:prstGeom prst="line">
            <a:avLst/>
          </a:prstGeom>
          <a:ln>
            <a:solidFill>
              <a:srgbClr val="133D24"/>
            </a:solidFill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es-ES"/>
          </a:p>
        </p:txBody>
      </p:sp>
      <p:pic>
        <p:nvPicPr>
          <p:cNvPr id="4" name="Picture 4" descr="Aoyama Gakuin University - Wikipedia">
            <a:extLst>
              <a:ext uri="{FF2B5EF4-FFF2-40B4-BE49-F238E27FC236}">
                <a16:creationId xmlns:a16="http://schemas.microsoft.com/office/drawing/2014/main" id="{86A8D64C-EEAF-FAE4-C3C6-736B8D60F1E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0591" y="118178"/>
            <a:ext cx="916233" cy="1094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6898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4" r:id="rId4"/>
    <p:sldLayoutId id="2147483655" r:id="rId5"/>
    <p:sldLayoutId id="2147483656" r:id="rId6"/>
    <p:sldLayoutId id="2147483661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2026/05/07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More </a:t>
            </a:r>
            <a:r>
              <a:rPr lang="es-ES" dirty="0" err="1"/>
              <a:t>deep</a:t>
            </a:r>
            <a:r>
              <a:rPr lang="es-ES" dirty="0"/>
              <a:t> </a:t>
            </a:r>
            <a:r>
              <a:rPr lang="es-ES" dirty="0" err="1"/>
              <a:t>testing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object</a:t>
            </a:r>
            <a:r>
              <a:rPr lang="es-ES" dirty="0"/>
              <a:t> detector </a:t>
            </a:r>
            <a:r>
              <a:rPr lang="es-ES" dirty="0" err="1"/>
              <a:t>models</a:t>
            </a: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1355F1-6452-D0FF-08B9-21FA590A4A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9555" y="6354305"/>
            <a:ext cx="578303" cy="365125"/>
          </a:xfrm>
        </p:spPr>
        <p:txBody>
          <a:bodyPr/>
          <a:lstStyle/>
          <a:p>
            <a:fld id="{8924E1A2-84D3-4C4C-BD0E-51C3B46507A6}" type="slidenum">
              <a:rPr lang="es-ES" smtClean="0"/>
              <a:pPr/>
              <a:t>2</a:t>
            </a:fld>
            <a:endParaRPr lang="es-E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9547" y="393858"/>
            <a:ext cx="6971453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 dirty="0">
                <a:solidFill>
                  <a:srgbClr val="0E1A12"/>
                </a:solidFill>
                <a:latin typeface="Aptos"/>
              </a:rPr>
              <a:t>Recap · last week's AUC ranking</a:t>
            </a:r>
          </a:p>
        </p:txBody>
      </p:sp>
      <p:pic>
        <p:nvPicPr>
          <p:cNvPr id="4" name="Picture 3" descr="char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86" y="1359167"/>
            <a:ext cx="7691627" cy="40482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691640"/>
            <a:ext cx="3931920" cy="3657600"/>
          </a:xfrm>
          <a:prstGeom prst="roundRect">
            <a:avLst/>
          </a:prstGeom>
          <a:solidFill>
            <a:srgbClr val="F3F9F5"/>
          </a:solidFill>
          <a:ln w="7620">
            <a:solidFill>
              <a:srgbClr val="CFE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01000" y="1874519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64748B"/>
                </a:solidFill>
                <a:latin typeface="Aptos"/>
              </a:rPr>
              <a:t>Top 3 by macro AUC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286000"/>
            <a:ext cx="502920" cy="274320"/>
          </a:xfrm>
          <a:prstGeom prst="roundRect">
            <a:avLst/>
          </a:prstGeom>
          <a:solidFill>
            <a:srgbClr val="226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2402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E1A12"/>
                </a:solidFill>
                <a:latin typeface="Aptos"/>
              </a:rPr>
              <a:t>OWLv2-L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6517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>
                <a:solidFill>
                  <a:srgbClr val="334155"/>
                </a:solidFill>
                <a:latin typeface="Aptos"/>
              </a:rPr>
              <a:t>AUC = 0.982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94436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ptos"/>
              </a:rPr>
              <a:t>latency 1582 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3246120"/>
            <a:ext cx="502920" cy="274320"/>
          </a:xfrm>
          <a:prstGeom prst="roundRect">
            <a:avLst/>
          </a:prstGeom>
          <a:solidFill>
            <a:srgbClr val="226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2004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E1A12"/>
                </a:solidFill>
                <a:latin typeface="Aptos"/>
              </a:rPr>
              <a:t>OWLv2-B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611879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>
                <a:solidFill>
                  <a:srgbClr val="334155"/>
                </a:solidFill>
                <a:latin typeface="Aptos"/>
              </a:rPr>
              <a:t>AUC = 0.957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904487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ptos"/>
              </a:rPr>
              <a:t>latency 281 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206240"/>
            <a:ext cx="502920" cy="274320"/>
          </a:xfrm>
          <a:prstGeom prst="roundRect">
            <a:avLst/>
          </a:prstGeom>
          <a:solidFill>
            <a:srgbClr val="226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#3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1605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E1A12"/>
                </a:solidFill>
                <a:latin typeface="Aptos"/>
              </a:rPr>
              <a:t>CLIP+SKU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5720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>
                <a:solidFill>
                  <a:srgbClr val="334155"/>
                </a:solidFill>
                <a:latin typeface="Aptos"/>
              </a:rPr>
              <a:t>AUC = 0.885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864607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ptos"/>
              </a:rPr>
              <a:t>latency 51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33D24"/>
                </a:solidFill>
                <a:latin typeface="Aptos"/>
              </a:rPr>
              <a:t>AUC measures how well the score separates present vs absent — but does not check WHERE the box landed.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2026/05/07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3</a:t>
            </a:r>
          </a:p>
        </p:txBody>
      </p:sp>
      <p:sp>
        <p:nvSpPr>
          <p:cNvPr id="22" name="Slide Number Placeholder 2">
            <a:extLst>
              <a:ext uri="{FF2B5EF4-FFF2-40B4-BE49-F238E27FC236}">
                <a16:creationId xmlns:a16="http://schemas.microsoft.com/office/drawing/2014/main" id="{BDF37B24-123A-9CD2-AC20-8483B5D865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9555" y="6354305"/>
            <a:ext cx="578303" cy="365125"/>
          </a:xfrm>
        </p:spPr>
        <p:txBody>
          <a:bodyPr/>
          <a:lstStyle/>
          <a:p>
            <a:fld id="{8924E1A2-84D3-4C4C-BD0E-51C3B46507A6}" type="slidenum">
              <a:rPr lang="es-ES" smtClean="0"/>
              <a:pPr/>
              <a:t>3</a:t>
            </a:fld>
            <a:endParaRPr lang="es-E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36414" y="342900"/>
            <a:ext cx="886968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" sz="3200" b="1" dirty="0" err="1">
                <a:solidFill>
                  <a:srgbClr val="0E1A12"/>
                </a:solidFill>
                <a:latin typeface="Aptos"/>
              </a:rPr>
              <a:t>The</a:t>
            </a:r>
            <a:r>
              <a:rPr lang="es-ES" sz="3200" b="1" dirty="0">
                <a:solidFill>
                  <a:srgbClr val="0E1A12"/>
                </a:solidFill>
                <a:latin typeface="Aptos"/>
              </a:rPr>
              <a:t> </a:t>
            </a:r>
            <a:r>
              <a:rPr lang="es-ES" sz="3200" b="1" dirty="0" err="1">
                <a:solidFill>
                  <a:srgbClr val="0E1A12"/>
                </a:solidFill>
                <a:latin typeface="Aptos"/>
              </a:rPr>
              <a:t>problem</a:t>
            </a:r>
            <a:endParaRPr sz="3200" b="1" dirty="0">
              <a:solidFill>
                <a:srgbClr val="0E1A12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4795520" cy="35661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502920" cy="274320"/>
          </a:xfrm>
          <a:prstGeom prst="roundRect">
            <a:avLst/>
          </a:prstGeom>
          <a:solidFill>
            <a:srgbClr val="DAF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100" b="1">
                <a:solidFill>
                  <a:srgbClr val="133D24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E1A12"/>
                </a:solidFill>
                <a:latin typeface="Aptos"/>
              </a:rPr>
              <a:t>What AUC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79" y="2971800"/>
            <a:ext cx="4406053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dirty="0">
                <a:solidFill>
                  <a:srgbClr val="334155"/>
                </a:solidFill>
                <a:latin typeface="Aptos"/>
              </a:rPr>
              <a:t>Score</a:t>
            </a:r>
            <a:r>
              <a:rPr lang="es-ES" sz="1600" dirty="0">
                <a:solidFill>
                  <a:srgbClr val="334155"/>
                </a:solidFill>
                <a:latin typeface="Aptos"/>
              </a:rPr>
              <a:t> </a:t>
            </a:r>
            <a:r>
              <a:rPr lang="es-ES" sz="1600" dirty="0" err="1">
                <a:solidFill>
                  <a:srgbClr val="334155"/>
                </a:solidFill>
                <a:latin typeface="Aptos"/>
              </a:rPr>
              <a:t>of</a:t>
            </a:r>
            <a:r>
              <a:rPr lang="es-ES" sz="1600" dirty="0">
                <a:solidFill>
                  <a:srgbClr val="334155"/>
                </a:solidFill>
                <a:latin typeface="Aptos"/>
              </a:rPr>
              <a:t> </a:t>
            </a:r>
            <a:r>
              <a:rPr sz="1600" b="0" dirty="0">
                <a:solidFill>
                  <a:srgbClr val="334155"/>
                </a:solidFill>
                <a:latin typeface="Aptos"/>
              </a:rPr>
              <a:t>image with target </a:t>
            </a:r>
            <a:r>
              <a:rPr lang="es-ES" sz="1600" b="0" dirty="0">
                <a:solidFill>
                  <a:srgbClr val="334155"/>
                </a:solidFill>
                <a:latin typeface="Aptos"/>
              </a:rPr>
              <a:t>  </a:t>
            </a:r>
            <a:r>
              <a:rPr sz="1600" b="0" dirty="0">
                <a:solidFill>
                  <a:srgbClr val="334155"/>
                </a:solidFill>
                <a:latin typeface="Aptos"/>
              </a:rPr>
              <a:t>&gt;</a:t>
            </a:r>
            <a:endParaRPr lang="es-ES" sz="1600" b="0" dirty="0">
              <a:solidFill>
                <a:srgbClr val="334155"/>
              </a:solidFill>
              <a:latin typeface="Aptos"/>
            </a:endParaRPr>
          </a:p>
          <a:p>
            <a:r>
              <a:rPr sz="1600" b="0" dirty="0">
                <a:solidFill>
                  <a:srgbClr val="334155"/>
                </a:solidFill>
                <a:latin typeface="Aptos"/>
              </a:rPr>
              <a:t> Score</a:t>
            </a:r>
            <a:r>
              <a:rPr lang="es-ES" sz="1600" b="0" dirty="0">
                <a:solidFill>
                  <a:srgbClr val="334155"/>
                </a:solidFill>
                <a:latin typeface="Aptos"/>
              </a:rPr>
              <a:t> </a:t>
            </a:r>
            <a:r>
              <a:rPr lang="es-ES" sz="1600" b="0" dirty="0" err="1">
                <a:solidFill>
                  <a:srgbClr val="334155"/>
                </a:solidFill>
                <a:latin typeface="Aptos"/>
              </a:rPr>
              <a:t>of</a:t>
            </a:r>
            <a:r>
              <a:rPr lang="es-ES" sz="1600" b="0" dirty="0">
                <a:solidFill>
                  <a:srgbClr val="334155"/>
                </a:solidFill>
                <a:latin typeface="Aptos"/>
              </a:rPr>
              <a:t> </a:t>
            </a:r>
            <a:r>
              <a:rPr sz="1600" b="0" dirty="0">
                <a:solidFill>
                  <a:srgbClr val="334155"/>
                </a:solidFill>
                <a:latin typeface="Aptos"/>
              </a:rPr>
              <a:t>image without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9133" y="1645920"/>
            <a:ext cx="4319693" cy="35661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22719" y="1833880"/>
            <a:ext cx="502920" cy="274320"/>
          </a:xfrm>
          <a:prstGeom prst="round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100" b="1" dirty="0">
                <a:solidFill>
                  <a:srgbClr val="7F1D1D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8786" y="21996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 dirty="0">
                <a:solidFill>
                  <a:srgbClr val="0E1A12"/>
                </a:solidFill>
                <a:latin typeface="Aptos"/>
              </a:rPr>
              <a:t>What AUC ignores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8785" y="2651760"/>
            <a:ext cx="4026747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" sz="1600" dirty="0" err="1">
                <a:solidFill>
                  <a:srgbClr val="334155"/>
                </a:solidFill>
                <a:latin typeface="Aptos"/>
              </a:rPr>
              <a:t>Does</a:t>
            </a:r>
            <a:r>
              <a:rPr lang="es-ES" sz="1600" dirty="0">
                <a:solidFill>
                  <a:srgbClr val="334155"/>
                </a:solidFill>
                <a:latin typeface="Aptos"/>
              </a:rPr>
              <a:t> </a:t>
            </a:r>
            <a:r>
              <a:rPr lang="es-ES" sz="1600" dirty="0" err="1">
                <a:solidFill>
                  <a:srgbClr val="334155"/>
                </a:solidFill>
                <a:latin typeface="Aptos"/>
              </a:rPr>
              <a:t>not</a:t>
            </a:r>
            <a:r>
              <a:rPr lang="es-ES" sz="1600" dirty="0">
                <a:solidFill>
                  <a:srgbClr val="334155"/>
                </a:solidFill>
                <a:latin typeface="Aptos"/>
              </a:rPr>
              <a:t> check if </a:t>
            </a:r>
            <a:r>
              <a:rPr lang="es-ES" sz="1600" dirty="0" err="1">
                <a:solidFill>
                  <a:srgbClr val="334155"/>
                </a:solidFill>
                <a:latin typeface="Aptos"/>
              </a:rPr>
              <a:t>the</a:t>
            </a:r>
            <a:r>
              <a:rPr lang="es-ES" sz="1600" dirty="0">
                <a:solidFill>
                  <a:srgbClr val="334155"/>
                </a:solidFill>
                <a:latin typeface="Aptos"/>
              </a:rPr>
              <a:t> </a:t>
            </a:r>
            <a:r>
              <a:rPr lang="es-ES" sz="1600" dirty="0" err="1">
                <a:solidFill>
                  <a:srgbClr val="334155"/>
                </a:solidFill>
                <a:latin typeface="Aptos"/>
              </a:rPr>
              <a:t>model</a:t>
            </a:r>
            <a:r>
              <a:rPr lang="es-ES" sz="1600" dirty="0">
                <a:solidFill>
                  <a:srgbClr val="334155"/>
                </a:solidFill>
                <a:latin typeface="Aptos"/>
              </a:rPr>
              <a:t> </a:t>
            </a:r>
            <a:r>
              <a:rPr lang="es-ES" sz="1600" dirty="0" err="1">
                <a:solidFill>
                  <a:srgbClr val="334155"/>
                </a:solidFill>
                <a:latin typeface="Aptos"/>
              </a:rPr>
              <a:t>really</a:t>
            </a:r>
            <a:r>
              <a:rPr lang="es-ES" sz="1600" dirty="0">
                <a:solidFill>
                  <a:srgbClr val="334155"/>
                </a:solidFill>
                <a:latin typeface="Aptos"/>
              </a:rPr>
              <a:t> </a:t>
            </a:r>
            <a:r>
              <a:rPr lang="es-ES" sz="1600" dirty="0" err="1">
                <a:solidFill>
                  <a:srgbClr val="334155"/>
                </a:solidFill>
                <a:latin typeface="Aptos"/>
              </a:rPr>
              <a:t>detected</a:t>
            </a:r>
            <a:r>
              <a:rPr lang="es-ES" sz="1600" dirty="0">
                <a:solidFill>
                  <a:srgbClr val="334155"/>
                </a:solidFill>
                <a:latin typeface="Aptos"/>
              </a:rPr>
              <a:t> </a:t>
            </a:r>
            <a:r>
              <a:rPr lang="es-ES" sz="1600" dirty="0" err="1">
                <a:solidFill>
                  <a:srgbClr val="334155"/>
                </a:solidFill>
                <a:latin typeface="Aptos"/>
              </a:rPr>
              <a:t>the</a:t>
            </a:r>
            <a:r>
              <a:rPr lang="es-ES" sz="1600" dirty="0">
                <a:solidFill>
                  <a:srgbClr val="334155"/>
                </a:solidFill>
                <a:latin typeface="Aptos"/>
              </a:rPr>
              <a:t> </a:t>
            </a:r>
            <a:r>
              <a:rPr lang="es-ES" sz="1600" dirty="0" err="1">
                <a:solidFill>
                  <a:srgbClr val="334155"/>
                </a:solidFill>
                <a:latin typeface="Aptos"/>
              </a:rPr>
              <a:t>correct</a:t>
            </a:r>
            <a:r>
              <a:rPr lang="es-ES" sz="1600" dirty="0">
                <a:solidFill>
                  <a:srgbClr val="334155"/>
                </a:solidFill>
                <a:latin typeface="Aptos"/>
              </a:rPr>
              <a:t> </a:t>
            </a:r>
            <a:r>
              <a:rPr lang="es-ES" sz="1600" dirty="0" err="1">
                <a:solidFill>
                  <a:srgbClr val="334155"/>
                </a:solidFill>
                <a:latin typeface="Aptos"/>
              </a:rPr>
              <a:t>object</a:t>
            </a:r>
            <a:r>
              <a:rPr lang="es-ES" sz="1600" dirty="0">
                <a:solidFill>
                  <a:srgbClr val="334155"/>
                </a:solidFill>
                <a:latin typeface="Aptos"/>
              </a:rPr>
              <a:t> in </a:t>
            </a:r>
            <a:r>
              <a:rPr lang="es-ES" sz="1600" dirty="0" err="1">
                <a:solidFill>
                  <a:srgbClr val="334155"/>
                </a:solidFill>
                <a:latin typeface="Aptos"/>
              </a:rPr>
              <a:t>the</a:t>
            </a:r>
            <a:r>
              <a:rPr lang="es-ES" sz="1600" dirty="0">
                <a:solidFill>
                  <a:srgbClr val="334155"/>
                </a:solidFill>
                <a:latin typeface="Aptos"/>
              </a:rPr>
              <a:t> </a:t>
            </a:r>
            <a:r>
              <a:rPr lang="es-ES" sz="1600" dirty="0" err="1">
                <a:solidFill>
                  <a:srgbClr val="334155"/>
                </a:solidFill>
                <a:latin typeface="Aptos"/>
              </a:rPr>
              <a:t>image</a:t>
            </a:r>
            <a:r>
              <a:rPr lang="es-ES" sz="1600" dirty="0">
                <a:solidFill>
                  <a:srgbClr val="334155"/>
                </a:solidFill>
                <a:latin typeface="Aptos"/>
              </a:rPr>
              <a:t> </a:t>
            </a:r>
            <a:r>
              <a:rPr lang="es-ES" sz="1600" dirty="0" err="1">
                <a:solidFill>
                  <a:srgbClr val="334155"/>
                </a:solidFill>
                <a:latin typeface="Aptos"/>
              </a:rPr>
              <a:t>with</a:t>
            </a:r>
            <a:r>
              <a:rPr lang="es-ES" sz="1600" dirty="0">
                <a:solidFill>
                  <a:srgbClr val="334155"/>
                </a:solidFill>
                <a:latin typeface="Aptos"/>
              </a:rPr>
              <a:t> target</a:t>
            </a:r>
            <a:endParaRPr sz="1600" b="0" dirty="0">
              <a:solidFill>
                <a:srgbClr val="334155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2026/05/07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4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ACC88DA7-441A-40A1-7029-90DBC3A29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9555" y="6354305"/>
            <a:ext cx="578303" cy="365125"/>
          </a:xfrm>
        </p:spPr>
        <p:txBody>
          <a:bodyPr/>
          <a:lstStyle/>
          <a:p>
            <a:fld id="{8924E1A2-84D3-4C4C-BD0E-51C3B46507A6}" type="slidenum">
              <a:rPr lang="es-ES" smtClean="0"/>
              <a:pPr/>
              <a:t>4</a:t>
            </a:fld>
            <a:endParaRPr lang="es-E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4880" y="365760"/>
            <a:ext cx="886968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 dirty="0">
                <a:solidFill>
                  <a:srgbClr val="0E1A12"/>
                </a:solidFill>
                <a:latin typeface="Aptos"/>
              </a:rPr>
              <a:t>Concrete failure · 99.7% confidence, wrong box</a:t>
            </a:r>
          </a:p>
        </p:txBody>
      </p:sp>
      <p:pic>
        <p:nvPicPr>
          <p:cNvPr id="4" name="Picture 3" descr="chart_problem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907" y="1136227"/>
            <a:ext cx="6387253" cy="4790440"/>
          </a:xfrm>
          <a:prstGeom prst="rect">
            <a:avLst/>
          </a:prstGeom>
          <a:ln w="38100" cap="sq">
            <a:solidFill>
              <a:srgbClr val="226C4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7680960" y="1554480"/>
            <a:ext cx="4114800" cy="4434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909560" y="1737360"/>
            <a:ext cx="1691640" cy="292608"/>
          </a:xfrm>
          <a:prstGeom prst="round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100" b="1">
                <a:solidFill>
                  <a:srgbClr val="7F1D1D"/>
                </a:solidFill>
                <a:latin typeface="Aptos"/>
              </a:rPr>
              <a:t>Real eval 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1488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64748B"/>
                </a:solidFill>
                <a:latin typeface="Aptos"/>
              </a:rP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39572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>
                <a:solidFill>
                  <a:srgbClr val="0E1A12"/>
                </a:solidFill>
                <a:latin typeface="Aptos"/>
              </a:rPr>
              <a:t>Where is orange juice?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971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64748B"/>
                </a:solidFill>
                <a:latin typeface="Aptos"/>
              </a:rPr>
              <a:t>Model · CLIP + SKU-110K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3246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Aptos"/>
              </a:rPr>
              <a:t>Score on the predicted 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56616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5400" b="1" dirty="0">
                <a:solidFill>
                  <a:srgbClr val="226C40"/>
                </a:solidFill>
                <a:latin typeface="Aptos"/>
              </a:rPr>
              <a:t>0.997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4526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64748B"/>
                </a:solidFill>
                <a:latin typeface="Aptos"/>
              </a:rPr>
              <a:t>Manual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4800600"/>
            <a:ext cx="1691640" cy="329184"/>
          </a:xfrm>
          <a:prstGeom prst="round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400" b="1">
                <a:solidFill>
                  <a:srgbClr val="7F1D1D"/>
                </a:solidFill>
                <a:latin typeface="Aptos"/>
              </a:rPr>
              <a:t>✗ wrong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521208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Aptos"/>
              </a:rPr>
              <a:t>The box is on the wrong product — the model can't actually find orange juice.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2026/05/07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5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85DEA898-4C9F-1845-B5CA-7F027A0E0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9555" y="6354305"/>
            <a:ext cx="578303" cy="365125"/>
          </a:xfrm>
        </p:spPr>
        <p:txBody>
          <a:bodyPr/>
          <a:lstStyle/>
          <a:p>
            <a:fld id="{8924E1A2-84D3-4C4C-BD0E-51C3B46507A6}" type="slidenum">
              <a:rPr lang="es-ES" smtClean="0"/>
              <a:pPr/>
              <a:t>5</a:t>
            </a:fld>
            <a:endParaRPr lang="es-E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848" y="338328"/>
            <a:ext cx="8869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 dirty="0">
                <a:solidFill>
                  <a:srgbClr val="0E1A12"/>
                </a:solidFill>
                <a:latin typeface="Aptos"/>
              </a:rPr>
              <a:t>Solution · manual review + new metric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868680"/>
            <a:ext cx="1005840" cy="274320"/>
          </a:xfrm>
          <a:prstGeom prst="roundRect">
            <a:avLst/>
          </a:prstGeom>
          <a:solidFill>
            <a:srgbClr val="DAF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000" b="1">
                <a:solidFill>
                  <a:srgbClr val="133D24"/>
                </a:solidFill>
                <a:latin typeface="Aptos"/>
              </a:rPr>
              <a:t>CAVA 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03520" cy="42976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8680" y="1920240"/>
            <a:ext cx="2468880" cy="292608"/>
          </a:xfrm>
          <a:prstGeom prst="roundRect">
            <a:avLst/>
          </a:prstGeom>
          <a:solidFill>
            <a:srgbClr val="DAF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b="1" dirty="0">
                <a:solidFill>
                  <a:srgbClr val="133D24"/>
                </a:solidFill>
                <a:latin typeface="Aptos"/>
              </a:rPr>
              <a:t>👤 Review</a:t>
            </a:r>
          </a:p>
        </p:txBody>
      </p:sp>
      <p:sp>
        <p:nvSpPr>
          <p:cNvPr id="6" name="Oval 5"/>
          <p:cNvSpPr/>
          <p:nvPr/>
        </p:nvSpPr>
        <p:spPr>
          <a:xfrm>
            <a:off x="937853" y="2771140"/>
            <a:ext cx="109728" cy="109728"/>
          </a:xfrm>
          <a:prstGeom prst="ellipse">
            <a:avLst/>
          </a:prstGeom>
          <a:solidFill>
            <a:srgbClr val="226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07008" y="2468880"/>
            <a:ext cx="45720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" sz="2400" b="0" dirty="0">
                <a:solidFill>
                  <a:srgbClr val="334155"/>
                </a:solidFill>
                <a:latin typeface="Aptos"/>
              </a:rPr>
              <a:t> </a:t>
            </a:r>
            <a:r>
              <a:rPr lang="es-ES" sz="2400" dirty="0">
                <a:solidFill>
                  <a:srgbClr val="334155"/>
                </a:solidFill>
                <a:latin typeface="Aptos"/>
              </a:rPr>
              <a:t>C</a:t>
            </a:r>
            <a:r>
              <a:rPr lang="es-ES" sz="2400" b="0" dirty="0">
                <a:solidFill>
                  <a:srgbClr val="334155"/>
                </a:solidFill>
                <a:latin typeface="Aptos"/>
              </a:rPr>
              <a:t>heck </a:t>
            </a:r>
            <a:r>
              <a:rPr lang="es-ES" sz="2400" b="0" dirty="0" err="1">
                <a:solidFill>
                  <a:srgbClr val="334155"/>
                </a:solidFill>
                <a:latin typeface="Aptos"/>
              </a:rPr>
              <a:t>manually</a:t>
            </a:r>
            <a:r>
              <a:rPr lang="es-ES" sz="2400" b="0" dirty="0">
                <a:solidFill>
                  <a:srgbClr val="334155"/>
                </a:solidFill>
                <a:latin typeface="Aptos"/>
              </a:rPr>
              <a:t> if </a:t>
            </a:r>
            <a:r>
              <a:rPr lang="es-ES" sz="2400" b="0" dirty="0" err="1">
                <a:solidFill>
                  <a:srgbClr val="334155"/>
                </a:solidFill>
                <a:latin typeface="Aptos"/>
              </a:rPr>
              <a:t>the</a:t>
            </a:r>
            <a:r>
              <a:rPr lang="es-ES" sz="2400" b="0" dirty="0">
                <a:solidFill>
                  <a:srgbClr val="334155"/>
                </a:solidFill>
                <a:latin typeface="Aptos"/>
              </a:rPr>
              <a:t> output </a:t>
            </a:r>
            <a:r>
              <a:rPr lang="es-ES" sz="2400" b="0" dirty="0" err="1">
                <a:solidFill>
                  <a:srgbClr val="334155"/>
                </a:solidFill>
                <a:latin typeface="Aptos"/>
              </a:rPr>
              <a:t>of</a:t>
            </a:r>
            <a:r>
              <a:rPr lang="es-ES" sz="2400" b="0" dirty="0">
                <a:solidFill>
                  <a:srgbClr val="334155"/>
                </a:solidFill>
                <a:latin typeface="Aptos"/>
              </a:rPr>
              <a:t> </a:t>
            </a:r>
            <a:r>
              <a:rPr lang="es-ES" sz="2400" b="0" dirty="0" err="1">
                <a:solidFill>
                  <a:srgbClr val="334155"/>
                </a:solidFill>
                <a:latin typeface="Aptos"/>
              </a:rPr>
              <a:t>the</a:t>
            </a:r>
            <a:r>
              <a:rPr lang="es-ES" sz="2400" b="0" dirty="0">
                <a:solidFill>
                  <a:srgbClr val="334155"/>
                </a:solidFill>
                <a:latin typeface="Aptos"/>
              </a:rPr>
              <a:t> </a:t>
            </a:r>
            <a:r>
              <a:rPr lang="es-ES" sz="2400" b="0" dirty="0" err="1">
                <a:solidFill>
                  <a:srgbClr val="334155"/>
                </a:solidFill>
                <a:latin typeface="Aptos"/>
              </a:rPr>
              <a:t>models</a:t>
            </a:r>
            <a:r>
              <a:rPr lang="es-ES" sz="2400" b="0" dirty="0">
                <a:solidFill>
                  <a:srgbClr val="334155"/>
                </a:solidFill>
                <a:latin typeface="Aptos"/>
              </a:rPr>
              <a:t> </a:t>
            </a:r>
            <a:r>
              <a:rPr lang="es-ES" sz="2400" b="0" dirty="0" err="1">
                <a:solidFill>
                  <a:srgbClr val="334155"/>
                </a:solidFill>
                <a:latin typeface="Aptos"/>
              </a:rPr>
              <a:t>is</a:t>
            </a:r>
            <a:r>
              <a:rPr lang="es-ES" sz="2400" b="0" dirty="0">
                <a:solidFill>
                  <a:srgbClr val="334155"/>
                </a:solidFill>
                <a:latin typeface="Aptos"/>
              </a:rPr>
              <a:t> </a:t>
            </a:r>
            <a:r>
              <a:rPr lang="es-ES" sz="2400" b="0" dirty="0" err="1">
                <a:solidFill>
                  <a:srgbClr val="334155"/>
                </a:solidFill>
                <a:latin typeface="Aptos"/>
              </a:rPr>
              <a:t>correct</a:t>
            </a:r>
            <a:r>
              <a:rPr lang="es-ES" sz="2400" b="0" dirty="0">
                <a:solidFill>
                  <a:srgbClr val="334155"/>
                </a:solidFill>
                <a:latin typeface="Aptos"/>
              </a:rPr>
              <a:t> </a:t>
            </a:r>
            <a:r>
              <a:rPr lang="es-ES" sz="2400" b="0" dirty="0" err="1">
                <a:solidFill>
                  <a:srgbClr val="334155"/>
                </a:solidFill>
                <a:latin typeface="Aptos"/>
              </a:rPr>
              <a:t>or</a:t>
            </a:r>
            <a:r>
              <a:rPr lang="es-ES" sz="2400" b="0" dirty="0">
                <a:solidFill>
                  <a:srgbClr val="334155"/>
                </a:solidFill>
                <a:latin typeface="Aptos"/>
              </a:rPr>
              <a:t> </a:t>
            </a:r>
            <a:r>
              <a:rPr lang="es-ES" sz="2400" b="0" dirty="0" err="1">
                <a:solidFill>
                  <a:srgbClr val="334155"/>
                </a:solidFill>
                <a:latin typeface="Aptos"/>
              </a:rPr>
              <a:t>not</a:t>
            </a:r>
            <a:r>
              <a:rPr lang="es-ES" sz="2400" b="0" dirty="0">
                <a:solidFill>
                  <a:srgbClr val="334155"/>
                </a:solidFill>
                <a:latin typeface="Aptos"/>
              </a:rPr>
              <a:t>. </a:t>
            </a:r>
            <a:endParaRPr sz="2400" b="0" dirty="0">
              <a:solidFill>
                <a:srgbClr val="334155"/>
              </a:solidFill>
              <a:latin typeface="Apto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5538" y="4782311"/>
            <a:ext cx="109728" cy="109728"/>
          </a:xfrm>
          <a:prstGeom prst="ellipse">
            <a:avLst/>
          </a:prstGeom>
          <a:solidFill>
            <a:srgbClr val="226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20724" y="4441745"/>
            <a:ext cx="45720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0" dirty="0">
                <a:solidFill>
                  <a:srgbClr val="334155"/>
                </a:solidFill>
                <a:latin typeface="Aptos"/>
              </a:rPr>
              <a:t>Top 5 models reviewed → 790 manual judgements.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737360"/>
            <a:ext cx="5486400" cy="4297680"/>
          </a:xfrm>
          <a:prstGeom prst="roundRect">
            <a:avLst/>
          </a:prstGeom>
          <a:solidFill>
            <a:srgbClr val="F3F9F5"/>
          </a:solidFill>
          <a:ln w="7620">
            <a:solidFill>
              <a:srgbClr val="CFE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46520" y="1920240"/>
            <a:ext cx="2377440" cy="292608"/>
          </a:xfrm>
          <a:prstGeom prst="roundRect">
            <a:avLst/>
          </a:prstGeom>
          <a:solidFill>
            <a:srgbClr val="DAF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600" b="1" dirty="0">
                <a:solidFill>
                  <a:srgbClr val="133D24"/>
                </a:solidFill>
                <a:latin typeface="Aptos"/>
              </a:rPr>
              <a:t>New metric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33172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0E1A12"/>
                </a:solidFill>
                <a:latin typeface="Aptos"/>
              </a:rPr>
              <a:t>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8036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 dirty="0">
                <a:solidFill>
                  <a:srgbClr val="226C40"/>
                </a:solidFill>
                <a:latin typeface="Aptos"/>
              </a:rPr>
              <a:t>= Macro AUC × </a:t>
            </a:r>
            <a:r>
              <a:rPr sz="2800" b="1" dirty="0" err="1">
                <a:solidFill>
                  <a:srgbClr val="226C40"/>
                </a:solidFill>
                <a:latin typeface="Aptos"/>
              </a:rPr>
              <a:t>LocAcc</a:t>
            </a:r>
            <a:endParaRPr sz="2800" b="1" dirty="0">
              <a:solidFill>
                <a:srgbClr val="226C40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36576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334155"/>
                </a:solidFill>
                <a:latin typeface="Aptos"/>
              </a:rPr>
              <a:t>Captures both calibration and localisation</a:t>
            </a:r>
          </a:p>
        </p:txBody>
      </p:sp>
      <p:sp>
        <p:nvSpPr>
          <p:cNvPr id="21" name="Oval 20"/>
          <p:cNvSpPr/>
          <p:nvPr/>
        </p:nvSpPr>
        <p:spPr>
          <a:xfrm>
            <a:off x="6537960" y="4297679"/>
            <a:ext cx="100584" cy="100584"/>
          </a:xfrm>
          <a:prstGeom prst="ellipse">
            <a:avLst/>
          </a:prstGeom>
          <a:solidFill>
            <a:srgbClr val="226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0" y="42062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dirty="0">
                <a:solidFill>
                  <a:srgbClr val="334155"/>
                </a:solidFill>
                <a:latin typeface="Aptos"/>
              </a:rPr>
              <a:t>AUC ≈ 1 → score correlates with presence.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4800599"/>
            <a:ext cx="100584" cy="100584"/>
          </a:xfrm>
          <a:prstGeom prst="ellipse">
            <a:avLst/>
          </a:prstGeom>
          <a:solidFill>
            <a:srgbClr val="226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4709159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Aptos"/>
              </a:rPr>
              <a:t>LocAcc ≈ 1 → box really sits on the target.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5303519"/>
            <a:ext cx="100584" cy="100584"/>
          </a:xfrm>
          <a:prstGeom prst="ellipse">
            <a:avLst/>
          </a:prstGeom>
          <a:solidFill>
            <a:srgbClr val="226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0" y="5212079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Aptos"/>
              </a:rPr>
              <a:t>Reliability is high only when BOTH are high.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0080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2026/05/07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6</a:t>
            </a:r>
          </a:p>
        </p:txBody>
      </p:sp>
      <p:sp>
        <p:nvSpPr>
          <p:cNvPr id="29" name="Slide Number Placeholder 2">
            <a:extLst>
              <a:ext uri="{FF2B5EF4-FFF2-40B4-BE49-F238E27FC236}">
                <a16:creationId xmlns:a16="http://schemas.microsoft.com/office/drawing/2014/main" id="{5FC8315C-F8CD-BD18-CAA2-355989A8DF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9555" y="6354305"/>
            <a:ext cx="578303" cy="365125"/>
          </a:xfrm>
        </p:spPr>
        <p:txBody>
          <a:bodyPr/>
          <a:lstStyle/>
          <a:p>
            <a:fld id="{8924E1A2-84D3-4C4C-BD0E-51C3B46507A6}" type="slidenum">
              <a:rPr lang="es-ES" smtClean="0"/>
              <a:pPr/>
              <a:t>6</a:t>
            </a:fld>
            <a:endParaRPr lang="es-E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214" y="296989"/>
            <a:ext cx="886968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 dirty="0">
                <a:solidFill>
                  <a:srgbClr val="0E1A12"/>
                </a:solidFill>
                <a:latin typeface="Aptos"/>
              </a:rPr>
              <a:t>Combined ranking · Reliability = AUC × </a:t>
            </a:r>
            <a:r>
              <a:rPr sz="3200" b="1" dirty="0" err="1">
                <a:solidFill>
                  <a:srgbClr val="0E1A12"/>
                </a:solidFill>
                <a:latin typeface="Aptos"/>
              </a:rPr>
              <a:t>LocAcc</a:t>
            </a:r>
            <a:endParaRPr sz="3200" b="1" dirty="0">
              <a:solidFill>
                <a:srgbClr val="0E1A12"/>
              </a:solidFill>
              <a:latin typeface="Aptos"/>
            </a:endParaRPr>
          </a:p>
        </p:txBody>
      </p:sp>
      <p:pic>
        <p:nvPicPr>
          <p:cNvPr id="4" name="Picture 3" descr="chart_combined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86" y="1858603"/>
            <a:ext cx="8195634" cy="3383518"/>
          </a:xfrm>
          <a:prstGeom prst="rect">
            <a:avLst/>
          </a:prstGeom>
          <a:ln w="38100" cap="sq">
            <a:solidFill>
              <a:srgbClr val="226C4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8595360" y="1554480"/>
            <a:ext cx="3108960" cy="42976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0" y="17373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64748B"/>
                </a:solidFill>
                <a:latin typeface="Aptos"/>
              </a:rPr>
              <a:t>Reliability ranking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2148840"/>
            <a:ext cx="502920" cy="292608"/>
          </a:xfrm>
          <a:prstGeom prst="roundRect">
            <a:avLst/>
          </a:prstGeom>
          <a:solidFill>
            <a:srgbClr val="226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2130552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E1A12"/>
                </a:solidFill>
                <a:latin typeface="Aptos"/>
              </a:rPr>
              <a:t>OWLv2-L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0" y="24688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Aptos"/>
              </a:rPr>
              <a:t>R = 0.964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2898648"/>
            <a:ext cx="502920" cy="292608"/>
          </a:xfrm>
          <a:prstGeom prst="roundRect">
            <a:avLst/>
          </a:prstGeom>
          <a:solidFill>
            <a:srgbClr val="226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#2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288036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dirty="0">
                <a:solidFill>
                  <a:srgbClr val="0E1A12"/>
                </a:solidFill>
                <a:latin typeface="Aptos"/>
              </a:rPr>
              <a:t>OWLv2-B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321868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Aptos"/>
              </a:rPr>
              <a:t>R = 0.902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3648456"/>
            <a:ext cx="502920" cy="292608"/>
          </a:xfrm>
          <a:prstGeom prst="round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#3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3630168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E1A12"/>
                </a:solidFill>
                <a:latin typeface="Aptos"/>
              </a:rPr>
              <a:t>MM-GDINO-B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396849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dirty="0">
                <a:solidFill>
                  <a:srgbClr val="334155"/>
                </a:solidFill>
                <a:latin typeface="Aptos"/>
              </a:rPr>
              <a:t>R = 0.677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4398264"/>
            <a:ext cx="502920" cy="292608"/>
          </a:xfrm>
          <a:prstGeom prst="round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#4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4379976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E1A12"/>
                </a:solidFill>
                <a:latin typeface="Aptos"/>
              </a:rPr>
              <a:t>GDINO-B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471830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Aptos"/>
              </a:rPr>
              <a:t>R = 0.636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5148072"/>
            <a:ext cx="502920" cy="292608"/>
          </a:xfrm>
          <a:prstGeom prst="round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18288" rIns="54864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#5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5129784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dirty="0">
                <a:solidFill>
                  <a:srgbClr val="0E1A12"/>
                </a:solidFill>
                <a:latin typeface="Aptos"/>
              </a:rPr>
              <a:t>CLIP+SKU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546811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Aptos"/>
              </a:rPr>
              <a:t>R = 0.476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2026/05/07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7</a:t>
            </a:r>
          </a:p>
        </p:txBody>
      </p:sp>
      <p:sp>
        <p:nvSpPr>
          <p:cNvPr id="25" name="Slide Number Placeholder 2">
            <a:extLst>
              <a:ext uri="{FF2B5EF4-FFF2-40B4-BE49-F238E27FC236}">
                <a16:creationId xmlns:a16="http://schemas.microsoft.com/office/drawing/2014/main" id="{8E6DFC7D-FBCD-8CC7-9F67-1E8300630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9555" y="6354305"/>
            <a:ext cx="578303" cy="365125"/>
          </a:xfrm>
        </p:spPr>
        <p:txBody>
          <a:bodyPr/>
          <a:lstStyle/>
          <a:p>
            <a:fld id="{8924E1A2-84D3-4C4C-BD0E-51C3B46507A6}" type="slidenum">
              <a:rPr lang="es-ES" smtClean="0"/>
              <a:pPr/>
              <a:t>7</a:t>
            </a:fld>
            <a:endParaRPr lang="es-E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1080" y="274320"/>
            <a:ext cx="9367519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 dirty="0">
                <a:solidFill>
                  <a:srgbClr val="0E1A12"/>
                </a:solidFill>
                <a:latin typeface="Aptos"/>
              </a:rPr>
              <a:t>Where each model fails · verdict distribution</a:t>
            </a:r>
          </a:p>
        </p:txBody>
      </p:sp>
      <p:pic>
        <p:nvPicPr>
          <p:cNvPr id="4" name="Picture 3" descr="chart_verdict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1781387"/>
            <a:ext cx="11338560" cy="38488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0080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2026/05/07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8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94277EE6-2DEE-4D27-5FD6-D843CAA74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9555" y="6354305"/>
            <a:ext cx="578303" cy="365125"/>
          </a:xfrm>
        </p:spPr>
        <p:txBody>
          <a:bodyPr/>
          <a:lstStyle/>
          <a:p>
            <a:fld id="{8924E1A2-84D3-4C4C-BD0E-51C3B46507A6}" type="slidenum">
              <a:rPr lang="es-ES" smtClean="0"/>
              <a:pPr/>
              <a:t>8</a:t>
            </a:fld>
            <a:endParaRPr lang="es-E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0986" y="274320"/>
            <a:ext cx="886968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 dirty="0" err="1">
                <a:solidFill>
                  <a:srgbClr val="0E1A12"/>
                </a:solidFill>
                <a:latin typeface="Aptos"/>
              </a:rPr>
              <a:t>LocAcc</a:t>
            </a:r>
            <a:r>
              <a:rPr sz="3200" b="1" dirty="0">
                <a:solidFill>
                  <a:srgbClr val="0E1A12"/>
                </a:solidFill>
                <a:latin typeface="Aptos"/>
              </a:rPr>
              <a:t> per target · where each top model fails</a:t>
            </a:r>
          </a:p>
        </p:txBody>
      </p:sp>
      <p:pic>
        <p:nvPicPr>
          <p:cNvPr id="4" name="Picture 3" descr="chart_locac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76" y="2379133"/>
            <a:ext cx="11932847" cy="296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0080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2026/05/07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9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1288FA23-7851-31F1-84F7-533EADDBB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9555" y="6354305"/>
            <a:ext cx="578303" cy="365125"/>
          </a:xfrm>
        </p:spPr>
        <p:txBody>
          <a:bodyPr/>
          <a:lstStyle/>
          <a:p>
            <a:fld id="{8924E1A2-84D3-4C4C-BD0E-51C3B46507A6}" type="slidenum">
              <a:rPr lang="es-ES" smtClean="0"/>
              <a:pPr/>
              <a:t>9</a:t>
            </a:fld>
            <a:endParaRPr lang="es-E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 err="1"/>
              <a:t>Implement</a:t>
            </a:r>
            <a:r>
              <a:rPr lang="es-ES" dirty="0"/>
              <a:t> OWLv2-B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device</a:t>
            </a:r>
            <a:endParaRPr lang="es-ES" dirty="0"/>
          </a:p>
          <a:p>
            <a:r>
              <a:rPr lang="es-ES" dirty="0"/>
              <a:t> Explore next </a:t>
            </a:r>
            <a:r>
              <a:rPr lang="es-ES" dirty="0" err="1"/>
              <a:t>steps</a:t>
            </a:r>
            <a:r>
              <a:rPr lang="es-ES" dirty="0"/>
              <a:t>:</a:t>
            </a:r>
          </a:p>
          <a:p>
            <a:pPr marL="800100" lvl="1" indent="-342900">
              <a:buFontTx/>
              <a:buChar char="-"/>
            </a:pPr>
            <a:r>
              <a:rPr lang="es-ES" dirty="0"/>
              <a:t>(</a:t>
            </a:r>
            <a:r>
              <a:rPr lang="es-ES" dirty="0" err="1"/>
              <a:t>Using</a:t>
            </a:r>
            <a:r>
              <a:rPr lang="es-ES" dirty="0"/>
              <a:t> LLM for </a:t>
            </a:r>
            <a:r>
              <a:rPr lang="es-ES" dirty="0" err="1"/>
              <a:t>additional</a:t>
            </a:r>
            <a:r>
              <a:rPr lang="es-ES" dirty="0"/>
              <a:t> </a:t>
            </a:r>
            <a:r>
              <a:rPr lang="es-ES" dirty="0" err="1"/>
              <a:t>understanding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environment</a:t>
            </a:r>
            <a:r>
              <a:rPr lang="es-ES" dirty="0"/>
              <a:t>?)</a:t>
            </a:r>
          </a:p>
          <a:p>
            <a:pPr marL="800100" lvl="1" indent="-342900">
              <a:buFontTx/>
              <a:buChar char="-"/>
            </a:pPr>
            <a:r>
              <a:rPr lang="es-ES" dirty="0"/>
              <a:t>(</a:t>
            </a:r>
            <a:r>
              <a:rPr lang="es-ES" dirty="0" err="1"/>
              <a:t>Update</a:t>
            </a:r>
            <a:r>
              <a:rPr lang="es-ES" dirty="0"/>
              <a:t> </a:t>
            </a:r>
            <a:r>
              <a:rPr lang="es-ES" dirty="0" err="1"/>
              <a:t>voice</a:t>
            </a:r>
            <a:r>
              <a:rPr lang="es-ES" dirty="0"/>
              <a:t>/</a:t>
            </a:r>
            <a:r>
              <a:rPr lang="es-ES" dirty="0" err="1"/>
              <a:t>action</a:t>
            </a:r>
            <a:r>
              <a:rPr lang="es-ES" dirty="0"/>
              <a:t> </a:t>
            </a:r>
            <a:r>
              <a:rPr lang="es-ES" dirty="0" err="1"/>
              <a:t>policy</a:t>
            </a:r>
            <a:r>
              <a:rPr lang="es-ES" dirty="0"/>
              <a:t>?)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336</Words>
  <Application>Microsoft Office PowerPoint</Application>
  <PresentationFormat>Widescreen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メイリオ</vt:lpstr>
      <vt:lpstr>Aptos</vt:lpstr>
      <vt:lpstr>Arial</vt:lpstr>
      <vt:lpstr>Calibri Light</vt:lpstr>
      <vt:lpstr>Courier New</vt:lpstr>
      <vt:lpstr>Office Theme</vt:lpstr>
      <vt:lpstr>2026/05/07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Bodega</dc:creator>
  <cp:lastModifiedBy>Pedro Bodega</cp:lastModifiedBy>
  <cp:revision>2</cp:revision>
  <dcterms:created xsi:type="dcterms:W3CDTF">2025-06-17T05:20:14Z</dcterms:created>
  <dcterms:modified xsi:type="dcterms:W3CDTF">2026-05-07T02:37:59Z</dcterms:modified>
</cp:coreProperties>
</file>